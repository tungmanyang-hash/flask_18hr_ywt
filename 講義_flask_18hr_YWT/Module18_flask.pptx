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331" r:id="rId2"/>
    <p:sldId id="417" r:id="rId3"/>
    <p:sldId id="418" r:id="rId4"/>
    <p:sldId id="419" r:id="rId5"/>
    <p:sldId id="420" r:id="rId6"/>
    <p:sldId id="421" r:id="rId7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8AE50-4B72-3488-CBF1-9ED4C4F12C19}" v="81" dt="2025-06-05T13:08:44.136"/>
    <p1510:client id="{DE0A636B-E1D0-9B70-DA7A-9BD567B0CBB1}" v="315" dt="2025-06-04T16:53:46.351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 昱維" userId="611d57ab1da5f08a" providerId="Windows Live" clId="Web-{EDCDCC19-4CA1-4944-A1E4-24AFAE6E388C}"/>
    <pc:docChg chg="modSld">
      <pc:chgData name="曹 昱維" userId="611d57ab1da5f08a" providerId="Windows Live" clId="Web-{EDCDCC19-4CA1-4944-A1E4-24AFAE6E388C}" dt="2022-12-10T05:07:55.030" v="3" actId="20577"/>
      <pc:docMkLst>
        <pc:docMk/>
      </pc:docMkLst>
      <pc:sldChg chg="modSp">
        <pc:chgData name="曹 昱維" userId="611d57ab1da5f08a" providerId="Windows Live" clId="Web-{EDCDCC19-4CA1-4944-A1E4-24AFAE6E388C}" dt="2022-12-10T05:07:55.030" v="3" actId="20577"/>
        <pc:sldMkLst>
          <pc:docMk/>
          <pc:sldMk cId="2071263905" sldId="331"/>
        </pc:sldMkLst>
        <pc:spChg chg="mod">
          <ac:chgData name="曹 昱維" userId="611d57ab1da5f08a" providerId="Windows Live" clId="Web-{EDCDCC19-4CA1-4944-A1E4-24AFAE6E388C}" dt="2022-12-10T05:07:55.030" v="3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0AB540CF-A08F-4A0C-94E8-0577854ED529}"/>
    <pc:docChg chg="addSld modSld">
      <pc:chgData name="曹 昱維" userId="611d57ab1da5f08a" providerId="Windows Live" clId="Web-{0AB540CF-A08F-4A0C-94E8-0577854ED529}" dt="2021-02-21T19:14:51.469" v="105"/>
      <pc:docMkLst>
        <pc:docMk/>
      </pc:docMkLst>
      <pc:sldChg chg="modSp">
        <pc:chgData name="曹 昱維" userId="611d57ab1da5f08a" providerId="Windows Live" clId="Web-{0AB540CF-A08F-4A0C-94E8-0577854ED529}" dt="2021-02-21T15:12:38.067" v="17" actId="20577"/>
        <pc:sldMkLst>
          <pc:docMk/>
          <pc:sldMk cId="2071263905" sldId="331"/>
        </pc:sldMkLst>
        <pc:spChg chg="mod">
          <ac:chgData name="曹 昱維" userId="611d57ab1da5f08a" providerId="Windows Live" clId="Web-{0AB540CF-A08F-4A0C-94E8-0577854ED529}" dt="2021-02-21T15:12:38.067" v="17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0AB540CF-A08F-4A0C-94E8-0577854ED529}" dt="2021-02-21T15:11:40.3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0AB540CF-A08F-4A0C-94E8-0577854ED529}" dt="2021-02-21T15:37:34.514" v="30" actId="1076"/>
        <pc:sldMkLst>
          <pc:docMk/>
          <pc:sldMk cId="479450028" sldId="399"/>
        </pc:sldMkLst>
        <pc:spChg chg="mod">
          <ac:chgData name="曹 昱維" userId="611d57ab1da5f08a" providerId="Windows Live" clId="Web-{0AB540CF-A08F-4A0C-94E8-0577854ED529}" dt="2021-02-21T15:34:50.976" v="21" actId="20577"/>
          <ac:spMkLst>
            <pc:docMk/>
            <pc:sldMk cId="479450028" sldId="399"/>
            <ac:spMk id="2" creationId="{6476B7A2-C859-4B36-A3C9-1FD50872ADF4}"/>
          </ac:spMkLst>
        </pc:spChg>
        <pc:spChg chg="del">
          <ac:chgData name="曹 昱維" userId="611d57ab1da5f08a" providerId="Windows Live" clId="Web-{0AB540CF-A08F-4A0C-94E8-0577854ED529}" dt="2021-02-21T15:34:55.695" v="22"/>
          <ac:spMkLst>
            <pc:docMk/>
            <pc:sldMk cId="479450028" sldId="399"/>
            <ac:spMk id="4" creationId="{0BE79371-9F01-4287-820D-B77AAA2F0880}"/>
          </ac:spMkLst>
        </pc:spChg>
        <pc:spChg chg="add mod">
          <ac:chgData name="曹 昱維" userId="611d57ab1da5f08a" providerId="Windows Live" clId="Web-{0AB540CF-A08F-4A0C-94E8-0577854ED529}" dt="2021-02-21T15:35:10.602" v="24" actId="14100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5:37:34.514" v="30" actId="1076"/>
          <ac:picMkLst>
            <pc:docMk/>
            <pc:sldMk cId="479450028" sldId="399"/>
            <ac:picMk id="6" creationId="{8E5E00C3-A0D7-4DA0-89E0-562F95E0510A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05:16.253" v="66"/>
        <pc:sldMkLst>
          <pc:docMk/>
          <pc:sldMk cId="1142469904" sldId="415"/>
        </pc:sldMkLst>
        <pc:spChg chg="mod">
          <ac:chgData name="曹 昱維" userId="611d57ab1da5f08a" providerId="Windows Live" clId="Web-{0AB540CF-A08F-4A0C-94E8-0577854ED529}" dt="2021-02-21T16:05:04.472" v="62" actId="20577"/>
          <ac:spMkLst>
            <pc:docMk/>
            <pc:sldMk cId="1142469904" sldId="415"/>
            <ac:spMk id="2" creationId="{6476B7A2-C859-4B36-A3C9-1FD50872ADF4}"/>
          </ac:spMkLst>
        </pc:spChg>
        <pc:spChg chg="add del mod">
          <ac:chgData name="曹 昱維" userId="611d57ab1da5f08a" providerId="Windows Live" clId="Web-{0AB540CF-A08F-4A0C-94E8-0577854ED529}" dt="2021-02-21T15:53:37.427" v="37"/>
          <ac:spMkLst>
            <pc:docMk/>
            <pc:sldMk cId="1142469904" sldId="415"/>
            <ac:spMk id="3" creationId="{DC2A79DC-4F71-4799-86DB-7918A3DDA402}"/>
          </ac:spMkLst>
        </pc:spChg>
        <pc:spChg chg="mod">
          <ac:chgData name="曹 昱維" userId="611d57ab1da5f08a" providerId="Windows Live" clId="Web-{0AB540CF-A08F-4A0C-94E8-0577854ED529}" dt="2021-02-21T15:40:15.486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0AB540CF-A08F-4A0C-94E8-0577854ED529}" dt="2021-02-21T16:05:16.253" v="66"/>
          <ac:picMkLst>
            <pc:docMk/>
            <pc:sldMk cId="1142469904" sldId="415"/>
            <ac:picMk id="4" creationId="{C94005A3-3E21-45DF-AF3D-ECD49479C886}"/>
          </ac:picMkLst>
        </pc:picChg>
        <pc:picChg chg="del">
          <ac:chgData name="曹 昱維" userId="611d57ab1da5f08a" providerId="Windows Live" clId="Web-{0AB540CF-A08F-4A0C-94E8-0577854ED529}" dt="2021-02-21T15:40:17.455" v="34"/>
          <ac:picMkLst>
            <pc:docMk/>
            <pc:sldMk cId="1142469904" sldId="415"/>
            <ac:picMk id="6" creationId="{8E5E00C3-A0D7-4DA0-89E0-562F95E0510A}"/>
          </ac:picMkLst>
        </pc:picChg>
        <pc:picChg chg="add del mod">
          <ac:chgData name="曹 昱維" userId="611d57ab1da5f08a" providerId="Windows Live" clId="Web-{0AB540CF-A08F-4A0C-94E8-0577854ED529}" dt="2021-02-21T16:05:13.753" v="65"/>
          <ac:picMkLst>
            <pc:docMk/>
            <pc:sldMk cId="1142469904" sldId="415"/>
            <ac:picMk id="7" creationId="{419CCD43-D05B-43BB-9176-F531E78312AE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13:20.967" v="84" actId="1076"/>
        <pc:sldMkLst>
          <pc:docMk/>
          <pc:sldMk cId="727191407" sldId="416"/>
        </pc:sldMkLst>
        <pc:spChg chg="mod">
          <ac:chgData name="曹 昱維" userId="611d57ab1da5f08a" providerId="Windows Live" clId="Web-{0AB540CF-A08F-4A0C-94E8-0577854ED529}" dt="2021-02-21T16:05:48.660" v="74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0AB540CF-A08F-4A0C-94E8-0577854ED529}" dt="2021-02-21T16:07:03.646" v="81" actId="20577"/>
          <ac:spMkLst>
            <pc:docMk/>
            <pc:sldMk cId="727191407" sldId="416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6:13:20.967" v="84" actId="1076"/>
          <ac:picMkLst>
            <pc:docMk/>
            <pc:sldMk cId="727191407" sldId="416"/>
            <ac:picMk id="3" creationId="{C7636C22-2A3A-45A2-B4B9-FD74411B23A1}"/>
          </ac:picMkLst>
        </pc:picChg>
        <pc:picChg chg="del">
          <ac:chgData name="曹 昱維" userId="611d57ab1da5f08a" providerId="Windows Live" clId="Web-{0AB540CF-A08F-4A0C-94E8-0577854ED529}" dt="2021-02-21T16:06:16.426" v="75"/>
          <ac:picMkLst>
            <pc:docMk/>
            <pc:sldMk cId="727191407" sldId="416"/>
            <ac:picMk id="4" creationId="{C94005A3-3E21-45DF-AF3D-ECD49479C886}"/>
          </ac:picMkLst>
        </pc:picChg>
      </pc:sldChg>
      <pc:sldChg chg="addSp delSp modSp add replId">
        <pc:chgData name="曹 昱維" userId="611d57ab1da5f08a" providerId="Windows Live" clId="Web-{0AB540CF-A08F-4A0C-94E8-0577854ED529}" dt="2021-02-21T19:14:22.859" v="104" actId="1076"/>
        <pc:sldMkLst>
          <pc:docMk/>
          <pc:sldMk cId="2621866127" sldId="417"/>
        </pc:sldMkLst>
        <pc:spChg chg="mod">
          <ac:chgData name="曹 昱維" userId="611d57ab1da5f08a" providerId="Windows Live" clId="Web-{0AB540CF-A08F-4A0C-94E8-0577854ED529}" dt="2021-02-21T19:13:34.936" v="93" actId="20577"/>
          <ac:spMkLst>
            <pc:docMk/>
            <pc:sldMk cId="2621866127" sldId="417"/>
            <ac:spMk id="2" creationId="{6476B7A2-C859-4B36-A3C9-1FD50872ADF4}"/>
          </ac:spMkLst>
        </pc:spChg>
        <pc:spChg chg="del mod">
          <ac:chgData name="曹 昱維" userId="611d57ab1da5f08a" providerId="Windows Live" clId="Web-{0AB540CF-A08F-4A0C-94E8-0577854ED529}" dt="2021-02-21T19:09:47.540" v="88"/>
          <ac:spMkLst>
            <pc:docMk/>
            <pc:sldMk cId="2621866127" sldId="417"/>
            <ac:spMk id="5" creationId="{C36D046E-31BA-4E65-9370-6ACBCD291D8C}"/>
          </ac:spMkLst>
        </pc:spChg>
        <pc:spChg chg="add del mod">
          <ac:chgData name="曹 昱維" userId="611d57ab1da5f08a" providerId="Windows Live" clId="Web-{0AB540CF-A08F-4A0C-94E8-0577854ED529}" dt="2021-02-21T19:13:05.123" v="90"/>
          <ac:spMkLst>
            <pc:docMk/>
            <pc:sldMk cId="2621866127" sldId="417"/>
            <ac:spMk id="7" creationId="{516DE987-36B5-4D35-A4F0-E1E329218039}"/>
          </ac:spMkLst>
        </pc:spChg>
        <pc:spChg chg="add del mod">
          <ac:chgData name="曹 昱維" userId="611d57ab1da5f08a" providerId="Windows Live" clId="Web-{0AB540CF-A08F-4A0C-94E8-0577854ED529}" dt="2021-02-21T19:13:52.671" v="97"/>
          <ac:spMkLst>
            <pc:docMk/>
            <pc:sldMk cId="2621866127" sldId="417"/>
            <ac:spMk id="9" creationId="{24C0B0C2-6FC9-4F22-B0C9-0707CF4B3C68}"/>
          </ac:spMkLst>
        </pc:spChg>
        <pc:spChg chg="add mod">
          <ac:chgData name="曹 昱維" userId="611d57ab1da5f08a" providerId="Windows Live" clId="Web-{0AB540CF-A08F-4A0C-94E8-0577854ED529}" dt="2021-02-21T19:14:13.375" v="101" actId="20577"/>
          <ac:spMkLst>
            <pc:docMk/>
            <pc:sldMk cId="2621866127" sldId="417"/>
            <ac:spMk id="11" creationId="{0E4E060E-3531-4E1F-8887-E569723F17A7}"/>
          </ac:spMkLst>
        </pc:spChg>
        <pc:picChg chg="del">
          <ac:chgData name="曹 昱維" userId="611d57ab1da5f08a" providerId="Windows Live" clId="Web-{0AB540CF-A08F-4A0C-94E8-0577854ED529}" dt="2021-02-21T19:09:30.758" v="86"/>
          <ac:picMkLst>
            <pc:docMk/>
            <pc:sldMk cId="2621866127" sldId="417"/>
            <ac:picMk id="3" creationId="{C7636C22-2A3A-45A2-B4B9-FD74411B23A1}"/>
          </ac:picMkLst>
        </pc:picChg>
        <pc:picChg chg="add del mod ord">
          <ac:chgData name="曹 昱維" userId="611d57ab1da5f08a" providerId="Windows Live" clId="Web-{0AB540CF-A08F-4A0C-94E8-0577854ED529}" dt="2021-02-21T19:12:11.621" v="89"/>
          <ac:picMkLst>
            <pc:docMk/>
            <pc:sldMk cId="2621866127" sldId="417"/>
            <ac:picMk id="4" creationId="{89A2DF08-30AD-4322-8373-054E1A1F73B2}"/>
          </ac:picMkLst>
        </pc:picChg>
        <pc:picChg chg="add mod ord">
          <ac:chgData name="曹 昱維" userId="611d57ab1da5f08a" providerId="Windows Live" clId="Web-{0AB540CF-A08F-4A0C-94E8-0577854ED529}" dt="2021-02-21T19:14:22.859" v="104" actId="1076"/>
          <ac:picMkLst>
            <pc:docMk/>
            <pc:sldMk cId="2621866127" sldId="417"/>
            <ac:picMk id="8" creationId="{3F393ECF-36CC-46D8-9C40-E381197AA08B}"/>
          </ac:picMkLst>
        </pc:picChg>
      </pc:sldChg>
      <pc:sldChg chg="add">
        <pc:chgData name="曹 昱維" userId="611d57ab1da5f08a" providerId="Windows Live" clId="Web-{0AB540CF-A08F-4A0C-94E8-0577854ED529}" dt="2021-02-21T19:14:51.469" v="105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EC734C4D-AA5F-4F96-A32B-D791480BC27B}"/>
    <pc:docChg chg="modSld">
      <pc:chgData name="曹 昱維" userId="611d57ab1da5f08a" providerId="Windows Live" clId="Web-{EC734C4D-AA5F-4F96-A32B-D791480BC27B}" dt="2021-09-20T08:47:14.045" v="15" actId="20577"/>
      <pc:docMkLst>
        <pc:docMk/>
      </pc:docMkLst>
      <pc:sldChg chg="modSp">
        <pc:chgData name="曹 昱維" userId="611d57ab1da5f08a" providerId="Windows Live" clId="Web-{EC734C4D-AA5F-4F96-A32B-D791480BC27B}" dt="2021-09-20T07:41:37.464" v="0" actId="20577"/>
        <pc:sldMkLst>
          <pc:docMk/>
          <pc:sldMk cId="479450028" sldId="399"/>
        </pc:sldMkLst>
        <pc:spChg chg="mod">
          <ac:chgData name="曹 昱維" userId="611d57ab1da5f08a" providerId="Windows Live" clId="Web-{EC734C4D-AA5F-4F96-A32B-D791480BC27B}" dt="2021-09-20T07:41:37.464" v="0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EC734C4D-AA5F-4F96-A32B-D791480BC27B}" dt="2021-09-20T08:47:14.045" v="15" actId="20577"/>
        <pc:sldMkLst>
          <pc:docMk/>
          <pc:sldMk cId="1142469904" sldId="415"/>
        </pc:sldMkLst>
        <pc:spChg chg="mod">
          <ac:chgData name="曹 昱維" userId="611d57ab1da5f08a" providerId="Windows Live" clId="Web-{EC734C4D-AA5F-4F96-A32B-D791480BC27B}" dt="2021-09-20T08:47:14.045" v="15" actId="20577"/>
          <ac:spMkLst>
            <pc:docMk/>
            <pc:sldMk cId="1142469904" sldId="415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3C74F21F-5E4D-4515-9922-B55125E8C4D6}"/>
    <pc:docChg chg="modSld">
      <pc:chgData name="曹 昱維" userId="611d57ab1da5f08a" providerId="Windows Live" clId="Web-{3C74F21F-5E4D-4515-9922-B55125E8C4D6}" dt="2021-02-20T18:02:09.890" v="7" actId="20577"/>
      <pc:docMkLst>
        <pc:docMk/>
      </pc:docMkLst>
      <pc:sldChg chg="modSp">
        <pc:chgData name="曹 昱維" userId="611d57ab1da5f08a" providerId="Windows Live" clId="Web-{3C74F21F-5E4D-4515-9922-B55125E8C4D6}" dt="2021-02-20T18:02:09.890" v="7" actId="20577"/>
        <pc:sldMkLst>
          <pc:docMk/>
          <pc:sldMk cId="2071263905" sldId="331"/>
        </pc:sldMkLst>
        <pc:spChg chg="mod">
          <ac:chgData name="曹 昱維" userId="611d57ab1da5f08a" providerId="Windows Live" clId="Web-{3C74F21F-5E4D-4515-9922-B55125E8C4D6}" dt="2021-02-20T18:02:09.890" v="7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昱維 曹" userId="611d57ab1da5f08a" providerId="Windows Live" clId="Web-{21CA8F21-367F-7B10-2C0D-3AFB66786715}"/>
    <pc:docChg chg="modSld">
      <pc:chgData name="昱維 曹" userId="611d57ab1da5f08a" providerId="Windows Live" clId="Web-{21CA8F21-367F-7B10-2C0D-3AFB66786715}" dt="2025-06-02T05:22:00.044" v="11" actId="20577"/>
      <pc:docMkLst>
        <pc:docMk/>
      </pc:docMkLst>
      <pc:sldChg chg="modSp">
        <pc:chgData name="昱維 曹" userId="611d57ab1da5f08a" providerId="Windows Live" clId="Web-{21CA8F21-367F-7B10-2C0D-3AFB66786715}" dt="2025-06-02T05:22:00.044" v="11" actId="20577"/>
        <pc:sldMkLst>
          <pc:docMk/>
          <pc:sldMk cId="4216739735" sldId="420"/>
        </pc:sldMkLst>
        <pc:spChg chg="mod">
          <ac:chgData name="昱維 曹" userId="611d57ab1da5f08a" providerId="Windows Live" clId="Web-{21CA8F21-367F-7B10-2C0D-3AFB66786715}" dt="2025-06-02T05:22:00.044" v="11" actId="20577"/>
          <ac:spMkLst>
            <pc:docMk/>
            <pc:sldMk cId="4216739735" sldId="420"/>
            <ac:spMk id="5" creationId="{D256E045-FBE2-85B6-954B-4C82D3814E9B}"/>
          </ac:spMkLst>
        </pc:spChg>
      </pc:sldChg>
    </pc:docChg>
  </pc:docChgLst>
  <pc:docChgLst>
    <pc:chgData name="昱維 曹" userId="611d57ab1da5f08a" providerId="Windows Live" clId="Web-{0E03957E-6D88-6BC9-F9AC-61D01C068FD6}"/>
    <pc:docChg chg="modSld">
      <pc:chgData name="昱維 曹" userId="611d57ab1da5f08a" providerId="Windows Live" clId="Web-{0E03957E-6D88-6BC9-F9AC-61D01C068FD6}" dt="2025-05-28T10:42:42.932" v="5" actId="20577"/>
      <pc:docMkLst>
        <pc:docMk/>
      </pc:docMkLst>
      <pc:sldChg chg="modSp">
        <pc:chgData name="昱維 曹" userId="611d57ab1da5f08a" providerId="Windows Live" clId="Web-{0E03957E-6D88-6BC9-F9AC-61D01C068FD6}" dt="2025-05-28T10:42:42.932" v="5" actId="20577"/>
        <pc:sldMkLst>
          <pc:docMk/>
          <pc:sldMk cId="2071263905" sldId="331"/>
        </pc:sldMkLst>
        <pc:spChg chg="mod">
          <ac:chgData name="昱維 曹" userId="611d57ab1da5f08a" providerId="Windows Live" clId="Web-{0E03957E-6D88-6BC9-F9AC-61D01C068FD6}" dt="2025-05-28T10:42:42.932" v="5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86BFB7FA-6923-492E-926D-44A98DC597A8}"/>
    <pc:docChg chg="mod delSld modSld modMainMaster">
      <pc:chgData name="曹 昱維" userId="611d57ab1da5f08a" providerId="Windows Live" clId="Web-{86BFB7FA-6923-492E-926D-44A98DC597A8}" dt="2021-02-20T07:37:06.687" v="202"/>
      <pc:docMkLst>
        <pc:docMk/>
      </pc:docMkLst>
      <pc:sldChg chg="modSp">
        <pc:chgData name="曹 昱維" userId="611d57ab1da5f08a" providerId="Windows Live" clId="Web-{86BFB7FA-6923-492E-926D-44A98DC597A8}" dt="2021-02-20T07:23:36.696" v="8" actId="20577"/>
        <pc:sldMkLst>
          <pc:docMk/>
          <pc:sldMk cId="2071263905" sldId="331"/>
        </pc:sldMkLst>
        <pc:spChg chg="mod">
          <ac:chgData name="曹 昱維" userId="611d57ab1da5f08a" providerId="Windows Live" clId="Web-{86BFB7FA-6923-492E-926D-44A98DC597A8}" dt="2021-02-20T07:23:36.696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86BFB7FA-6923-492E-926D-44A98DC597A8}" dt="2021-02-20T07:22:32.163" v="1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del">
        <pc:chgData name="曹 昱維" userId="611d57ab1da5f08a" providerId="Windows Live" clId="Web-{86BFB7FA-6923-492E-926D-44A98DC597A8}" dt="2021-02-20T07:24:19.431" v="10"/>
        <pc:sldMkLst>
          <pc:docMk/>
          <pc:sldMk cId="2017275382" sldId="332"/>
        </pc:sldMkLst>
      </pc:sldChg>
      <pc:sldChg chg="del">
        <pc:chgData name="曹 昱維" userId="611d57ab1da5f08a" providerId="Windows Live" clId="Web-{86BFB7FA-6923-492E-926D-44A98DC597A8}" dt="2021-02-20T07:24:19.431" v="9"/>
        <pc:sldMkLst>
          <pc:docMk/>
          <pc:sldMk cId="1714679135" sldId="333"/>
        </pc:sldMkLst>
      </pc:sldChg>
      <pc:sldChg chg="del">
        <pc:chgData name="曹 昱維" userId="611d57ab1da5f08a" providerId="Windows Live" clId="Web-{86BFB7FA-6923-492E-926D-44A98DC597A8}" dt="2021-02-20T07:37:05.827" v="178"/>
        <pc:sldMkLst>
          <pc:docMk/>
          <pc:sldMk cId="233646478" sldId="345"/>
        </pc:sldMkLst>
      </pc:sldChg>
      <pc:sldChg chg="del">
        <pc:chgData name="曹 昱維" userId="611d57ab1da5f08a" providerId="Windows Live" clId="Web-{86BFB7FA-6923-492E-926D-44A98DC597A8}" dt="2021-02-20T07:37:05.827" v="176"/>
        <pc:sldMkLst>
          <pc:docMk/>
          <pc:sldMk cId="3154468903" sldId="347"/>
        </pc:sldMkLst>
      </pc:sldChg>
      <pc:sldChg chg="del">
        <pc:chgData name="曹 昱維" userId="611d57ab1da5f08a" providerId="Windows Live" clId="Web-{86BFB7FA-6923-492E-926D-44A98DC597A8}" dt="2021-02-20T07:37:05.827" v="175"/>
        <pc:sldMkLst>
          <pc:docMk/>
          <pc:sldMk cId="746326161" sldId="348"/>
        </pc:sldMkLst>
      </pc:sldChg>
      <pc:sldChg chg="del">
        <pc:chgData name="曹 昱維" userId="611d57ab1da5f08a" providerId="Windows Live" clId="Web-{86BFB7FA-6923-492E-926D-44A98DC597A8}" dt="2021-02-20T07:37:06.108" v="193"/>
        <pc:sldMkLst>
          <pc:docMk/>
          <pc:sldMk cId="3910698252" sldId="395"/>
        </pc:sldMkLst>
      </pc:sldChg>
      <pc:sldChg chg="del">
        <pc:chgData name="曹 昱維" userId="611d57ab1da5f08a" providerId="Windows Live" clId="Web-{86BFB7FA-6923-492E-926D-44A98DC597A8}" dt="2021-02-20T07:37:06.030" v="188"/>
        <pc:sldMkLst>
          <pc:docMk/>
          <pc:sldMk cId="666435182" sldId="398"/>
        </pc:sldMkLst>
      </pc:sldChg>
      <pc:sldChg chg="addSp delSp modSp">
        <pc:chgData name="曹 昱維" userId="611d57ab1da5f08a" providerId="Windows Live" clId="Web-{86BFB7FA-6923-492E-926D-44A98DC597A8}" dt="2021-02-20T07:34:03.683" v="146" actId="20577"/>
        <pc:sldMkLst>
          <pc:docMk/>
          <pc:sldMk cId="479450028" sldId="399"/>
        </pc:sldMkLst>
        <pc:spChg chg="mod">
          <ac:chgData name="曹 昱維" userId="611d57ab1da5f08a" providerId="Windows Live" clId="Web-{86BFB7FA-6923-492E-926D-44A98DC597A8}" dt="2021-02-20T07:27:57.545" v="38" actId="20577"/>
          <ac:spMkLst>
            <pc:docMk/>
            <pc:sldMk cId="479450028" sldId="399"/>
            <ac:spMk id="2" creationId="{6476B7A2-C859-4B36-A3C9-1FD50872ADF4}"/>
          </ac:spMkLst>
        </pc:spChg>
        <pc:spChg chg="del mod">
          <ac:chgData name="曹 昱維" userId="611d57ab1da5f08a" providerId="Windows Live" clId="Web-{86BFB7FA-6923-492E-926D-44A98DC597A8}" dt="2021-02-20T07:27:06.216" v="19"/>
          <ac:spMkLst>
            <pc:docMk/>
            <pc:sldMk cId="479450028" sldId="399"/>
            <ac:spMk id="3" creationId="{D84B2535-86DC-4956-B29B-68CCF35CB4A7}"/>
          </ac:spMkLst>
        </pc:spChg>
        <pc:spChg chg="add del mod">
          <ac:chgData name="曹 昱維" userId="611d57ab1da5f08a" providerId="Windows Live" clId="Web-{86BFB7FA-6923-492E-926D-44A98DC597A8}" dt="2021-02-20T07:27:25.404" v="20"/>
          <ac:spMkLst>
            <pc:docMk/>
            <pc:sldMk cId="479450028" sldId="399"/>
            <ac:spMk id="9" creationId="{C001D5E8-C218-4825-A8B4-C8058EEF4A4E}"/>
          </ac:spMkLst>
        </pc:spChg>
        <pc:spChg chg="del">
          <ac:chgData name="曹 昱維" userId="611d57ab1da5f08a" providerId="Windows Live" clId="Web-{86BFB7FA-6923-492E-926D-44A98DC597A8}" dt="2021-02-20T07:27:31.716" v="22"/>
          <ac:spMkLst>
            <pc:docMk/>
            <pc:sldMk cId="479450028" sldId="399"/>
            <ac:spMk id="10" creationId="{5C4FADF2-29C1-4FB5-80F9-3A8C3B77724C}"/>
          </ac:spMkLst>
        </pc:spChg>
        <pc:spChg chg="del">
          <ac:chgData name="曹 昱維" userId="611d57ab1da5f08a" providerId="Windows Live" clId="Web-{86BFB7FA-6923-492E-926D-44A98DC597A8}" dt="2021-02-20T07:27:31.716" v="21"/>
          <ac:spMkLst>
            <pc:docMk/>
            <pc:sldMk cId="479450028" sldId="399"/>
            <ac:spMk id="11" creationId="{E649D3E1-58A3-420A-A76D-AD0D9A82B94C}"/>
          </ac:spMkLst>
        </pc:spChg>
        <pc:spChg chg="add del mod">
          <ac:chgData name="曹 昱維" userId="611d57ab1da5f08a" providerId="Windows Live" clId="Web-{86BFB7FA-6923-492E-926D-44A98DC597A8}" dt="2021-02-20T07:32:46.056" v="76" actId="14100"/>
          <ac:spMkLst>
            <pc:docMk/>
            <pc:sldMk cId="479450028" sldId="399"/>
            <ac:spMk id="12" creationId="{86774D70-246A-48AB-8731-3BAF91BC106E}"/>
          </ac:spMkLst>
        </pc:spChg>
        <pc:spChg chg="add del">
          <ac:chgData name="曹 昱維" userId="611d57ab1da5f08a" providerId="Windows Live" clId="Web-{86BFB7FA-6923-492E-926D-44A98DC597A8}" dt="2021-02-20T07:31:17.398" v="46"/>
          <ac:spMkLst>
            <pc:docMk/>
            <pc:sldMk cId="479450028" sldId="399"/>
            <ac:spMk id="13" creationId="{59A512D9-2474-42CE-87AF-527DE1393025}"/>
          </ac:spMkLst>
        </pc:spChg>
        <pc:spChg chg="add mod">
          <ac:chgData name="曹 昱維" userId="611d57ab1da5f08a" providerId="Windows Live" clId="Web-{86BFB7FA-6923-492E-926D-44A98DC597A8}" dt="2021-02-20T07:34:03.683" v="146" actId="20577"/>
          <ac:spMkLst>
            <pc:docMk/>
            <pc:sldMk cId="479450028" sldId="399"/>
            <ac:spMk id="14" creationId="{20594DBC-D827-486A-9510-DBBF8F1F19BE}"/>
          </ac:spMkLst>
        </pc:spChg>
        <pc:grpChg chg="del">
          <ac:chgData name="曹 昱維" userId="611d57ab1da5f08a" providerId="Windows Live" clId="Web-{86BFB7FA-6923-492E-926D-44A98DC597A8}" dt="2021-02-20T07:27:31.732" v="23"/>
          <ac:grpSpMkLst>
            <pc:docMk/>
            <pc:sldMk cId="479450028" sldId="399"/>
            <ac:grpSpMk id="4" creationId="{272C8616-42C3-41BB-956B-4FE38F8AB190}"/>
          </ac:grpSpMkLst>
        </pc:grpChg>
      </pc:sldChg>
      <pc:sldChg chg="addSp delSp modSp">
        <pc:chgData name="曹 昱維" userId="611d57ab1da5f08a" providerId="Windows Live" clId="Web-{86BFB7FA-6923-492E-926D-44A98DC597A8}" dt="2021-02-20T07:34:54.184" v="156" actId="20577"/>
        <pc:sldMkLst>
          <pc:docMk/>
          <pc:sldMk cId="731008719" sldId="400"/>
        </pc:sldMkLst>
        <pc:spChg chg="mod">
          <ac:chgData name="曹 昱維" userId="611d57ab1da5f08a" providerId="Windows Live" clId="Web-{86BFB7FA-6923-492E-926D-44A98DC597A8}" dt="2021-02-20T07:34:54.184" v="156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86BFB7FA-6923-492E-926D-44A98DC597A8}" dt="2021-02-20T07:30:44.272" v="40"/>
          <ac:spMkLst>
            <pc:docMk/>
            <pc:sldMk cId="731008719" sldId="400"/>
            <ac:spMk id="3" creationId="{70CCCC26-9B8E-44B5-AD00-0D1AE6419E3A}"/>
          </ac:spMkLst>
        </pc:spChg>
        <pc:spChg chg="del">
          <ac:chgData name="曹 昱維" userId="611d57ab1da5f08a" providerId="Windows Live" clId="Web-{86BFB7FA-6923-492E-926D-44A98DC597A8}" dt="2021-02-20T07:30:44.194" v="39"/>
          <ac:spMkLst>
            <pc:docMk/>
            <pc:sldMk cId="731008719" sldId="400"/>
            <ac:spMk id="4" creationId="{46DED6D1-DC12-4FDC-8E0F-D807FCA67184}"/>
          </ac:spMkLst>
        </pc:spChg>
        <pc:spChg chg="add del mod">
          <ac:chgData name="曹 昱維" userId="611d57ab1da5f08a" providerId="Windows Live" clId="Web-{86BFB7FA-6923-492E-926D-44A98DC597A8}" dt="2021-02-20T07:31:24.273" v="49"/>
          <ac:spMkLst>
            <pc:docMk/>
            <pc:sldMk cId="731008719" sldId="400"/>
            <ac:spMk id="6" creationId="{B04B6EED-59B4-4DE6-8933-FE2833F103EA}"/>
          </ac:spMkLst>
        </pc:spChg>
        <pc:spChg chg="add del">
          <ac:chgData name="曹 昱維" userId="611d57ab1da5f08a" providerId="Windows Live" clId="Web-{86BFB7FA-6923-492E-926D-44A98DC597A8}" dt="2021-02-20T07:30:58.413" v="43"/>
          <ac:spMkLst>
            <pc:docMk/>
            <pc:sldMk cId="731008719" sldId="400"/>
            <ac:spMk id="7" creationId="{86774D70-246A-48AB-8731-3BAF91BC106E}"/>
          </ac:spMkLst>
        </pc:spChg>
        <pc:spChg chg="add mod">
          <ac:chgData name="曹 昱維" userId="611d57ab1da5f08a" providerId="Windows Live" clId="Web-{86BFB7FA-6923-492E-926D-44A98DC597A8}" dt="2021-02-20T07:32:37.571" v="75" actId="20577"/>
          <ac:spMkLst>
            <pc:docMk/>
            <pc:sldMk cId="731008719" sldId="400"/>
            <ac:spMk id="8" creationId="{59A512D9-2474-42CE-87AF-527DE1393025}"/>
          </ac:spMkLst>
        </pc:spChg>
      </pc:sldChg>
      <pc:sldChg chg="addSp delSp modSp">
        <pc:chgData name="曹 昱維" userId="611d57ab1da5f08a" providerId="Windows Live" clId="Web-{86BFB7FA-6923-492E-926D-44A98DC597A8}" dt="2021-02-20T07:36:20.139" v="174" actId="20577"/>
        <pc:sldMkLst>
          <pc:docMk/>
          <pc:sldMk cId="2793615648" sldId="401"/>
        </pc:sldMkLst>
        <pc:spChg chg="mod">
          <ac:chgData name="曹 昱維" userId="611d57ab1da5f08a" providerId="Windows Live" clId="Web-{86BFB7FA-6923-492E-926D-44A98DC597A8}" dt="2021-02-20T07:36:20.139" v="174" actId="20577"/>
          <ac:spMkLst>
            <pc:docMk/>
            <pc:sldMk cId="2793615648" sldId="401"/>
            <ac:spMk id="2" creationId="{0AB0D50B-2A75-4639-91F0-3896672FCCEC}"/>
          </ac:spMkLst>
        </pc:spChg>
        <pc:spChg chg="del">
          <ac:chgData name="曹 昱維" userId="611d57ab1da5f08a" providerId="Windows Live" clId="Web-{86BFB7FA-6923-492E-926D-44A98DC597A8}" dt="2021-02-20T07:35:29.216" v="158"/>
          <ac:spMkLst>
            <pc:docMk/>
            <pc:sldMk cId="2793615648" sldId="401"/>
            <ac:spMk id="3" creationId="{81F74530-B140-4AA8-AA01-7A64CA0CC617}"/>
          </ac:spMkLst>
        </pc:spChg>
        <pc:spChg chg="add del mod">
          <ac:chgData name="曹 昱維" userId="611d57ab1da5f08a" providerId="Windows Live" clId="Web-{86BFB7FA-6923-492E-926D-44A98DC597A8}" dt="2021-02-20T07:35:37.622" v="161"/>
          <ac:spMkLst>
            <pc:docMk/>
            <pc:sldMk cId="2793615648" sldId="401"/>
            <ac:spMk id="11" creationId="{536F3D1C-4DC3-4E6D-8772-BA13A22CDB5C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2" creationId="{C7F4E917-86AF-4527-953D-C4A167FB9EC2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3" creationId="{50B39FA0-DBE8-4E07-A625-1102F177024E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4" creationId="{3A7F783E-0232-4C13-BB2F-DF9501D09037}"/>
          </ac:spMkLst>
        </pc:spChg>
        <pc:spChg chg="add mod">
          <ac:chgData name="曹 昱維" userId="611d57ab1da5f08a" providerId="Windows Live" clId="Web-{86BFB7FA-6923-492E-926D-44A98DC597A8}" dt="2021-02-20T07:35:59.982" v="172" actId="20577"/>
          <ac:spMkLst>
            <pc:docMk/>
            <pc:sldMk cId="2793615648" sldId="401"/>
            <ac:spMk id="15" creationId="{C7F4E917-86AF-4527-953D-C4A167FB9EC2}"/>
          </ac:spMkLst>
        </pc:spChg>
        <pc:spChg chg="add mod">
          <ac:chgData name="曹 昱維" userId="611d57ab1da5f08a" providerId="Windows Live" clId="Web-{86BFB7FA-6923-492E-926D-44A98DC597A8}" dt="2021-02-20T07:35:42.888" v="164" actId="1076"/>
          <ac:spMkLst>
            <pc:docMk/>
            <pc:sldMk cId="2793615648" sldId="401"/>
            <ac:spMk id="16" creationId="{50B39FA0-DBE8-4E07-A625-1102F177024E}"/>
          </ac:spMkLst>
        </pc:spChg>
        <pc:spChg chg="add mod">
          <ac:chgData name="曹 昱維" userId="611d57ab1da5f08a" providerId="Windows Live" clId="Web-{86BFB7FA-6923-492E-926D-44A98DC597A8}" dt="2021-02-20T07:35:50.966" v="170" actId="20577"/>
          <ac:spMkLst>
            <pc:docMk/>
            <pc:sldMk cId="2793615648" sldId="401"/>
            <ac:spMk id="17" creationId="{3A7F783E-0232-4C13-BB2F-DF9501D09037}"/>
          </ac:spMkLst>
        </pc:spChg>
        <pc:grpChg chg="del">
          <ac:chgData name="曹 昱維" userId="611d57ab1da5f08a" providerId="Windows Live" clId="Web-{86BFB7FA-6923-492E-926D-44A98DC597A8}" dt="2021-02-20T07:35:29.138" v="157"/>
          <ac:grpSpMkLst>
            <pc:docMk/>
            <pc:sldMk cId="2793615648" sldId="401"/>
            <ac:grpSpMk id="9" creationId="{E4A5187A-F9C9-4C64-9456-F366B8BD0449}"/>
          </ac:grpSpMkLst>
        </pc:grpChg>
      </pc:sldChg>
      <pc:sldChg chg="del">
        <pc:chgData name="曹 昱維" userId="611d57ab1da5f08a" providerId="Windows Live" clId="Web-{86BFB7FA-6923-492E-926D-44A98DC597A8}" dt="2021-02-20T07:37:06.687" v="202"/>
        <pc:sldMkLst>
          <pc:docMk/>
          <pc:sldMk cId="357707291" sldId="402"/>
        </pc:sldMkLst>
      </pc:sldChg>
      <pc:sldChg chg="del">
        <pc:chgData name="曹 昱維" userId="611d57ab1da5f08a" providerId="Windows Live" clId="Web-{86BFB7FA-6923-492E-926D-44A98DC597A8}" dt="2021-02-20T07:37:06.687" v="201"/>
        <pc:sldMkLst>
          <pc:docMk/>
          <pc:sldMk cId="4013338310" sldId="403"/>
        </pc:sldMkLst>
      </pc:sldChg>
      <pc:sldChg chg="del">
        <pc:chgData name="曹 昱維" userId="611d57ab1da5f08a" providerId="Windows Live" clId="Web-{86BFB7FA-6923-492E-926D-44A98DC597A8}" dt="2021-02-20T07:37:06.609" v="200"/>
        <pc:sldMkLst>
          <pc:docMk/>
          <pc:sldMk cId="3535555007" sldId="404"/>
        </pc:sldMkLst>
      </pc:sldChg>
      <pc:sldChg chg="del">
        <pc:chgData name="曹 昱維" userId="611d57ab1da5f08a" providerId="Windows Live" clId="Web-{86BFB7FA-6923-492E-926D-44A98DC597A8}" dt="2021-02-20T07:37:06.546" v="199"/>
        <pc:sldMkLst>
          <pc:docMk/>
          <pc:sldMk cId="3675040738" sldId="405"/>
        </pc:sldMkLst>
      </pc:sldChg>
      <pc:sldChg chg="del">
        <pc:chgData name="曹 昱維" userId="611d57ab1da5f08a" providerId="Windows Live" clId="Web-{86BFB7FA-6923-492E-926D-44A98DC597A8}" dt="2021-02-20T07:37:06.405" v="197"/>
        <pc:sldMkLst>
          <pc:docMk/>
          <pc:sldMk cId="2505821298" sldId="406"/>
        </pc:sldMkLst>
      </pc:sldChg>
      <pc:sldChg chg="del">
        <pc:chgData name="曹 昱維" userId="611d57ab1da5f08a" providerId="Windows Live" clId="Web-{86BFB7FA-6923-492E-926D-44A98DC597A8}" dt="2021-02-20T07:37:06.468" v="198"/>
        <pc:sldMkLst>
          <pc:docMk/>
          <pc:sldMk cId="1299364640" sldId="407"/>
        </pc:sldMkLst>
      </pc:sldChg>
      <pc:sldChg chg="del">
        <pc:chgData name="曹 昱維" userId="611d57ab1da5f08a" providerId="Windows Live" clId="Web-{86BFB7FA-6923-492E-926D-44A98DC597A8}" dt="2021-02-20T07:37:06.343" v="196"/>
        <pc:sldMkLst>
          <pc:docMk/>
          <pc:sldMk cId="992385145" sldId="408"/>
        </pc:sldMkLst>
      </pc:sldChg>
      <pc:sldChg chg="del">
        <pc:chgData name="曹 昱維" userId="611d57ab1da5f08a" providerId="Windows Live" clId="Web-{86BFB7FA-6923-492E-926D-44A98DC597A8}" dt="2021-02-20T07:37:06.265" v="195"/>
        <pc:sldMkLst>
          <pc:docMk/>
          <pc:sldMk cId="4232120840" sldId="409"/>
        </pc:sldMkLst>
      </pc:sldChg>
      <pc:sldChg chg="del">
        <pc:chgData name="曹 昱維" userId="611d57ab1da5f08a" providerId="Windows Live" clId="Web-{86BFB7FA-6923-492E-926D-44A98DC597A8}" dt="2021-02-20T07:37:06.124" v="194"/>
        <pc:sldMkLst>
          <pc:docMk/>
          <pc:sldMk cId="2967583429" sldId="410"/>
        </pc:sldMkLst>
      </pc:sldChg>
      <pc:sldChg chg="del">
        <pc:chgData name="曹 昱維" userId="611d57ab1da5f08a" providerId="Windows Live" clId="Web-{86BFB7FA-6923-492E-926D-44A98DC597A8}" dt="2021-02-20T07:37:06.108" v="192"/>
        <pc:sldMkLst>
          <pc:docMk/>
          <pc:sldMk cId="2203293334" sldId="411"/>
        </pc:sldMkLst>
      </pc:sldChg>
      <pc:sldChg chg="del">
        <pc:chgData name="曹 昱維" userId="611d57ab1da5f08a" providerId="Windows Live" clId="Web-{86BFB7FA-6923-492E-926D-44A98DC597A8}" dt="2021-02-20T07:37:06.046" v="191"/>
        <pc:sldMkLst>
          <pc:docMk/>
          <pc:sldMk cId="111336392" sldId="412"/>
        </pc:sldMkLst>
      </pc:sldChg>
      <pc:sldChg chg="del">
        <pc:chgData name="曹 昱維" userId="611d57ab1da5f08a" providerId="Windows Live" clId="Web-{86BFB7FA-6923-492E-926D-44A98DC597A8}" dt="2021-02-20T07:37:06.046" v="190"/>
        <pc:sldMkLst>
          <pc:docMk/>
          <pc:sldMk cId="2415055263" sldId="413"/>
        </pc:sldMkLst>
      </pc:sldChg>
      <pc:sldChg chg="del">
        <pc:chgData name="曹 昱維" userId="611d57ab1da5f08a" providerId="Windows Live" clId="Web-{86BFB7FA-6923-492E-926D-44A98DC597A8}" dt="2021-02-20T07:37:06.046" v="189"/>
        <pc:sldMkLst>
          <pc:docMk/>
          <pc:sldMk cId="810150902" sldId="414"/>
        </pc:sldMkLst>
      </pc:sldChg>
      <pc:sldChg chg="del">
        <pc:chgData name="曹 昱維" userId="611d57ab1da5f08a" providerId="Windows Live" clId="Web-{86BFB7FA-6923-492E-926D-44A98DC597A8}" dt="2021-02-20T07:37:06.030" v="187"/>
        <pc:sldMkLst>
          <pc:docMk/>
          <pc:sldMk cId="2931584211" sldId="415"/>
        </pc:sldMkLst>
      </pc:sldChg>
      <pc:sldChg chg="del">
        <pc:chgData name="曹 昱維" userId="611d57ab1da5f08a" providerId="Windows Live" clId="Web-{86BFB7FA-6923-492E-926D-44A98DC597A8}" dt="2021-02-20T07:37:06.015" v="186"/>
        <pc:sldMkLst>
          <pc:docMk/>
          <pc:sldMk cId="4217248299" sldId="416"/>
        </pc:sldMkLst>
      </pc:sldChg>
      <pc:sldChg chg="del">
        <pc:chgData name="曹 昱維" userId="611d57ab1da5f08a" providerId="Windows Live" clId="Web-{86BFB7FA-6923-492E-926D-44A98DC597A8}" dt="2021-02-20T07:37:05.952" v="185"/>
        <pc:sldMkLst>
          <pc:docMk/>
          <pc:sldMk cId="2562895456" sldId="417"/>
        </pc:sldMkLst>
      </pc:sldChg>
      <pc:sldChg chg="del">
        <pc:chgData name="曹 昱維" userId="611d57ab1da5f08a" providerId="Windows Live" clId="Web-{86BFB7FA-6923-492E-926D-44A98DC597A8}" dt="2021-02-20T07:37:05.890" v="184"/>
        <pc:sldMkLst>
          <pc:docMk/>
          <pc:sldMk cId="2542318956" sldId="418"/>
        </pc:sldMkLst>
      </pc:sldChg>
      <pc:sldChg chg="del">
        <pc:chgData name="曹 昱維" userId="611d57ab1da5f08a" providerId="Windows Live" clId="Web-{86BFB7FA-6923-492E-926D-44A98DC597A8}" dt="2021-02-20T07:37:05.890" v="183"/>
        <pc:sldMkLst>
          <pc:docMk/>
          <pc:sldMk cId="1048323667" sldId="419"/>
        </pc:sldMkLst>
      </pc:sldChg>
      <pc:sldChg chg="del">
        <pc:chgData name="曹 昱維" userId="611d57ab1da5f08a" providerId="Windows Live" clId="Web-{86BFB7FA-6923-492E-926D-44A98DC597A8}" dt="2021-02-20T07:37:05.874" v="182"/>
        <pc:sldMkLst>
          <pc:docMk/>
          <pc:sldMk cId="1239216343" sldId="420"/>
        </pc:sldMkLst>
      </pc:sldChg>
      <pc:sldChg chg="del">
        <pc:chgData name="曹 昱維" userId="611d57ab1da5f08a" providerId="Windows Live" clId="Web-{86BFB7FA-6923-492E-926D-44A98DC597A8}" dt="2021-02-20T07:37:05.843" v="181"/>
        <pc:sldMkLst>
          <pc:docMk/>
          <pc:sldMk cId="4294962638" sldId="421"/>
        </pc:sldMkLst>
      </pc:sldChg>
      <pc:sldChg chg="del">
        <pc:chgData name="曹 昱維" userId="611d57ab1da5f08a" providerId="Windows Live" clId="Web-{86BFB7FA-6923-492E-926D-44A98DC597A8}" dt="2021-02-20T07:37:05.843" v="180"/>
        <pc:sldMkLst>
          <pc:docMk/>
          <pc:sldMk cId="146051760" sldId="422"/>
        </pc:sldMkLst>
      </pc:sldChg>
      <pc:sldChg chg="del">
        <pc:chgData name="曹 昱維" userId="611d57ab1da5f08a" providerId="Windows Live" clId="Web-{86BFB7FA-6923-492E-926D-44A98DC597A8}" dt="2021-02-20T07:37:05.843" v="179"/>
        <pc:sldMkLst>
          <pc:docMk/>
          <pc:sldMk cId="1826826289" sldId="423"/>
        </pc:sldMkLst>
      </pc:sldChg>
      <pc:sldChg chg="del">
        <pc:chgData name="曹 昱維" userId="611d57ab1da5f08a" providerId="Windows Live" clId="Web-{86BFB7FA-6923-492E-926D-44A98DC597A8}" dt="2021-02-20T07:37:05.827" v="177"/>
        <pc:sldMkLst>
          <pc:docMk/>
          <pc:sldMk cId="863988204" sldId="433"/>
        </pc:sldMkLst>
      </pc:sldChg>
      <pc:sldMasterChg chg="mod modSldLayout">
        <pc:chgData name="曹 昱維" userId="611d57ab1da5f08a" providerId="Windows Live" clId="Web-{86BFB7FA-6923-492E-926D-44A98DC597A8}" dt="2021-02-20T07:25:36.433" v="15"/>
        <pc:sldMasterMkLst>
          <pc:docMk/>
          <pc:sldMasterMk cId="1322232990" sldId="2147483651"/>
        </pc:sldMasterMkLst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23463714" sldId="214748365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06461826" sldId="2147483653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16067170" sldId="2147483655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89333769" sldId="2147483656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91219130" sldId="2147483657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43546685" sldId="2147483658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1017160531" sldId="2147483659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378515228" sldId="2147483660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083834854" sldId="2147483661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733916010" sldId="214748366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83606502" sldId="2147483663"/>
          </pc:sldLayoutMkLst>
        </pc:sldLayoutChg>
      </pc:sldMasterChg>
    </pc:docChg>
  </pc:docChgLst>
  <pc:docChgLst>
    <pc:chgData name="曹 昱維" userId="611d57ab1da5f08a" providerId="Windows Live" clId="Web-{524B08F8-E8BC-4DA0-83B8-C800091FEC84}"/>
    <pc:docChg chg="modSld">
      <pc:chgData name="曹 昱維" userId="611d57ab1da5f08a" providerId="Windows Live" clId="Web-{524B08F8-E8BC-4DA0-83B8-C800091FEC84}" dt="2021-03-02T07:01:13.313" v="3" actId="20577"/>
      <pc:docMkLst>
        <pc:docMk/>
      </pc:docMkLst>
      <pc:sldChg chg="modSp">
        <pc:chgData name="曹 昱維" userId="611d57ab1da5f08a" providerId="Windows Live" clId="Web-{524B08F8-E8BC-4DA0-83B8-C800091FEC84}" dt="2021-03-02T05:24:53.715" v="1" actId="20577"/>
        <pc:sldMkLst>
          <pc:docMk/>
          <pc:sldMk cId="479450028" sldId="399"/>
        </pc:sldMkLst>
        <pc:spChg chg="mod">
          <ac:chgData name="曹 昱維" userId="611d57ab1da5f08a" providerId="Windows Live" clId="Web-{524B08F8-E8BC-4DA0-83B8-C800091FEC84}" dt="2021-03-02T05:24:53.715" v="1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524B08F8-E8BC-4DA0-83B8-C800091FEC84}" dt="2021-03-02T07:01:13.313" v="3" actId="20577"/>
        <pc:sldMkLst>
          <pc:docMk/>
          <pc:sldMk cId="727191407" sldId="416"/>
        </pc:sldMkLst>
        <pc:spChg chg="mod">
          <ac:chgData name="曹 昱維" userId="611d57ab1da5f08a" providerId="Windows Live" clId="Web-{524B08F8-E8BC-4DA0-83B8-C800091FEC84}" dt="2021-03-02T07:01:13.313" v="3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昱維 曹" userId="611d57ab1da5f08a" providerId="Windows Live" clId="Web-{788414C2-22ED-CB3B-8B15-553047FF7EC5}"/>
    <pc:docChg chg="addSld delSld modSld">
      <pc:chgData name="昱維 曹" userId="611d57ab1da5f08a" providerId="Windows Live" clId="Web-{788414C2-22ED-CB3B-8B15-553047FF7EC5}" dt="2025-06-01T18:47:58.321" v="465" actId="20577"/>
      <pc:docMkLst>
        <pc:docMk/>
      </pc:docMkLst>
      <pc:sldChg chg="modSp">
        <pc:chgData name="昱維 曹" userId="611d57ab1da5f08a" providerId="Windows Live" clId="Web-{788414C2-22ED-CB3B-8B15-553047FF7EC5}" dt="2025-06-01T09:09:14.900" v="6" actId="20577"/>
        <pc:sldMkLst>
          <pc:docMk/>
          <pc:sldMk cId="2071263905" sldId="331"/>
        </pc:sldMkLst>
        <pc:spChg chg="mod">
          <ac:chgData name="昱維 曹" userId="611d57ab1da5f08a" providerId="Windows Live" clId="Web-{788414C2-22ED-CB3B-8B15-553047FF7EC5}" dt="2025-06-01T09:09:14.900" v="6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昱維 曹" userId="611d57ab1da5f08a" providerId="Windows Live" clId="Web-{788414C2-22ED-CB3B-8B15-553047FF7EC5}" dt="2025-06-01T09:08:52.586" v="1" actId="20577"/>
          <ac:spMkLst>
            <pc:docMk/>
            <pc:sldMk cId="2071263905" sldId="331"/>
            <ac:spMk id="10" creationId="{FF68FC8F-8C93-46BF-9594-D49A56F9B5F9}"/>
          </ac:spMkLst>
        </pc:spChg>
      </pc:sldChg>
      <pc:sldChg chg="modSp">
        <pc:chgData name="昱維 曹" userId="611d57ab1da5f08a" providerId="Windows Live" clId="Web-{788414C2-22ED-CB3B-8B15-553047FF7EC5}" dt="2025-06-01T09:41:37.876" v="158" actId="20577"/>
        <pc:sldMkLst>
          <pc:docMk/>
          <pc:sldMk cId="83326372" sldId="417"/>
        </pc:sldMkLst>
        <pc:spChg chg="mod">
          <ac:chgData name="昱維 曹" userId="611d57ab1da5f08a" providerId="Windows Live" clId="Web-{788414C2-22ED-CB3B-8B15-553047FF7EC5}" dt="2025-06-01T09:22:43.010" v="34" actId="20577"/>
          <ac:spMkLst>
            <pc:docMk/>
            <pc:sldMk cId="83326372" sldId="417"/>
            <ac:spMk id="2" creationId="{6476B7A2-C859-4B36-A3C9-1FD50872ADF4}"/>
          </ac:spMkLst>
        </pc:spChg>
        <pc:spChg chg="mod">
          <ac:chgData name="昱維 曹" userId="611d57ab1da5f08a" providerId="Windows Live" clId="Web-{788414C2-22ED-CB3B-8B15-553047FF7EC5}" dt="2025-06-01T09:41:37.876" v="158" actId="20577"/>
          <ac:spMkLst>
            <pc:docMk/>
            <pc:sldMk cId="83326372" sldId="417"/>
            <ac:spMk id="5" creationId="{C36D046E-31BA-4E65-9370-6ACBCD291D8C}"/>
          </ac:spMkLst>
        </pc:spChg>
      </pc:sldChg>
      <pc:sldChg chg="modSp">
        <pc:chgData name="昱維 曹" userId="611d57ab1da5f08a" providerId="Windows Live" clId="Web-{788414C2-22ED-CB3B-8B15-553047FF7EC5}" dt="2025-06-01T09:48:30.999" v="291" actId="20577"/>
        <pc:sldMkLst>
          <pc:docMk/>
          <pc:sldMk cId="1475140469" sldId="418"/>
        </pc:sldMkLst>
        <pc:spChg chg="mod">
          <ac:chgData name="昱維 曹" userId="611d57ab1da5f08a" providerId="Windows Live" clId="Web-{788414C2-22ED-CB3B-8B15-553047FF7EC5}" dt="2025-06-01T09:48:30.999" v="291" actId="20577"/>
          <ac:spMkLst>
            <pc:docMk/>
            <pc:sldMk cId="1475140469" sldId="418"/>
            <ac:spMk id="2" creationId="{188C3812-9546-0FF6-C23B-BADD6F8661CB}"/>
          </ac:spMkLst>
        </pc:spChg>
        <pc:spChg chg="mod">
          <ac:chgData name="昱維 曹" userId="611d57ab1da5f08a" providerId="Windows Live" clId="Web-{788414C2-22ED-CB3B-8B15-553047FF7EC5}" dt="2025-06-01T09:47:59.467" v="275" actId="20577"/>
          <ac:spMkLst>
            <pc:docMk/>
            <pc:sldMk cId="1475140469" sldId="418"/>
            <ac:spMk id="5" creationId="{AA1E697B-AD4F-59B3-201B-605100759B50}"/>
          </ac:spMkLst>
        </pc:spChg>
      </pc:sldChg>
      <pc:sldChg chg="addSp modSp">
        <pc:chgData name="昱維 曹" userId="611d57ab1da5f08a" providerId="Windows Live" clId="Web-{788414C2-22ED-CB3B-8B15-553047FF7EC5}" dt="2025-06-01T10:09:54.921" v="369" actId="1076"/>
        <pc:sldMkLst>
          <pc:docMk/>
          <pc:sldMk cId="4184644658" sldId="419"/>
        </pc:sldMkLst>
        <pc:spChg chg="mod">
          <ac:chgData name="昱維 曹" userId="611d57ab1da5f08a" providerId="Windows Live" clId="Web-{788414C2-22ED-CB3B-8B15-553047FF7EC5}" dt="2025-06-01T10:06:49.412" v="334" actId="20577"/>
          <ac:spMkLst>
            <pc:docMk/>
            <pc:sldMk cId="4184644658" sldId="419"/>
            <ac:spMk id="2" creationId="{3F052329-4071-AE7C-3697-891AC6B0E1C9}"/>
          </ac:spMkLst>
        </pc:spChg>
        <pc:spChg chg="mod">
          <ac:chgData name="昱維 曹" userId="611d57ab1da5f08a" providerId="Windows Live" clId="Web-{788414C2-22ED-CB3B-8B15-553047FF7EC5}" dt="2025-06-01T10:08:51.513" v="361" actId="20577"/>
          <ac:spMkLst>
            <pc:docMk/>
            <pc:sldMk cId="4184644658" sldId="419"/>
            <ac:spMk id="5" creationId="{73B94865-3B90-0BF7-4ED7-887E82AFB610}"/>
          </ac:spMkLst>
        </pc:spChg>
        <pc:picChg chg="add mod modCrop">
          <ac:chgData name="昱維 曹" userId="611d57ab1da5f08a" providerId="Windows Live" clId="Web-{788414C2-22ED-CB3B-8B15-553047FF7EC5}" dt="2025-06-01T10:09:54.921" v="369" actId="1076"/>
          <ac:picMkLst>
            <pc:docMk/>
            <pc:sldMk cId="4184644658" sldId="419"/>
            <ac:picMk id="3" creationId="{00AEC8EA-0A12-1DA2-4EAF-946910DADC38}"/>
          </ac:picMkLst>
        </pc:picChg>
      </pc:sldChg>
      <pc:sldChg chg="del">
        <pc:chgData name="昱維 曹" userId="611d57ab1da5f08a" providerId="Windows Live" clId="Web-{788414C2-22ED-CB3B-8B15-553047FF7EC5}" dt="2025-06-01T10:09:59.312" v="374"/>
        <pc:sldMkLst>
          <pc:docMk/>
          <pc:sldMk cId="3841565091" sldId="420"/>
        </pc:sldMkLst>
      </pc:sldChg>
      <pc:sldChg chg="delSp modSp add replId">
        <pc:chgData name="昱維 曹" userId="611d57ab1da5f08a" providerId="Windows Live" clId="Web-{788414C2-22ED-CB3B-8B15-553047FF7EC5}" dt="2025-06-01T18:47:58.321" v="465" actId="20577"/>
        <pc:sldMkLst>
          <pc:docMk/>
          <pc:sldMk cId="4216739735" sldId="420"/>
        </pc:sldMkLst>
        <pc:spChg chg="mod">
          <ac:chgData name="昱維 曹" userId="611d57ab1da5f08a" providerId="Windows Live" clId="Web-{788414C2-22ED-CB3B-8B15-553047FF7EC5}" dt="2025-06-01T18:47:58.321" v="465" actId="20577"/>
          <ac:spMkLst>
            <pc:docMk/>
            <pc:sldMk cId="4216739735" sldId="420"/>
            <ac:spMk id="2" creationId="{8F9F2468-6A50-5F35-31BE-0451916E5230}"/>
          </ac:spMkLst>
        </pc:spChg>
        <pc:spChg chg="mod">
          <ac:chgData name="昱維 曹" userId="611d57ab1da5f08a" providerId="Windows Live" clId="Web-{788414C2-22ED-CB3B-8B15-553047FF7EC5}" dt="2025-06-01T18:43:22.233" v="460" actId="20577"/>
          <ac:spMkLst>
            <pc:docMk/>
            <pc:sldMk cId="4216739735" sldId="420"/>
            <ac:spMk id="5" creationId="{D256E045-FBE2-85B6-954B-4C82D3814E9B}"/>
          </ac:spMkLst>
        </pc:spChg>
        <pc:picChg chg="del">
          <ac:chgData name="昱維 曹" userId="611d57ab1da5f08a" providerId="Windows Live" clId="Web-{788414C2-22ED-CB3B-8B15-553047FF7EC5}" dt="2025-06-01T18:40:14.207" v="376"/>
          <ac:picMkLst>
            <pc:docMk/>
            <pc:sldMk cId="4216739735" sldId="420"/>
            <ac:picMk id="3" creationId="{54143D18-E739-5525-C334-1DF500BDD171}"/>
          </ac:picMkLst>
        </pc:picChg>
      </pc:sldChg>
      <pc:sldChg chg="del">
        <pc:chgData name="昱維 曹" userId="611d57ab1da5f08a" providerId="Windows Live" clId="Web-{788414C2-22ED-CB3B-8B15-553047FF7EC5}" dt="2025-06-01T10:09:59.312" v="373"/>
        <pc:sldMkLst>
          <pc:docMk/>
          <pc:sldMk cId="2510174764" sldId="422"/>
        </pc:sldMkLst>
      </pc:sldChg>
      <pc:sldChg chg="del">
        <pc:chgData name="昱維 曹" userId="611d57ab1da5f08a" providerId="Windows Live" clId="Web-{788414C2-22ED-CB3B-8B15-553047FF7EC5}" dt="2025-06-01T10:09:59.312" v="372"/>
        <pc:sldMkLst>
          <pc:docMk/>
          <pc:sldMk cId="833305" sldId="423"/>
        </pc:sldMkLst>
      </pc:sldChg>
      <pc:sldChg chg="del">
        <pc:chgData name="昱維 曹" userId="611d57ab1da5f08a" providerId="Windows Live" clId="Web-{788414C2-22ED-CB3B-8B15-553047FF7EC5}" dt="2025-06-01T10:09:59.312" v="371"/>
        <pc:sldMkLst>
          <pc:docMk/>
          <pc:sldMk cId="1134612258" sldId="424"/>
        </pc:sldMkLst>
      </pc:sldChg>
      <pc:sldChg chg="del">
        <pc:chgData name="昱維 曹" userId="611d57ab1da5f08a" providerId="Windows Live" clId="Web-{788414C2-22ED-CB3B-8B15-553047FF7EC5}" dt="2025-06-01T10:09:59.312" v="370"/>
        <pc:sldMkLst>
          <pc:docMk/>
          <pc:sldMk cId="1095336056" sldId="425"/>
        </pc:sldMkLst>
      </pc:sldChg>
    </pc:docChg>
  </pc:docChgLst>
  <pc:docChgLst>
    <pc:chgData name="曹 昱維" userId="611d57ab1da5f08a" providerId="Windows Live" clId="Web-{3B545B81-C93D-4939-872B-1D0FBDF8BF1F}"/>
    <pc:docChg chg="modSld sldOrd">
      <pc:chgData name="曹 昱維" userId="611d57ab1da5f08a" providerId="Windows Live" clId="Web-{3B545B81-C93D-4939-872B-1D0FBDF8BF1F}" dt="2021-02-28T19:20:10.237" v="48" actId="1076"/>
      <pc:docMkLst>
        <pc:docMk/>
      </pc:docMkLst>
      <pc:sldChg chg="modSp ord">
        <pc:chgData name="曹 昱維" userId="611d57ab1da5f08a" providerId="Windows Live" clId="Web-{3B545B81-C93D-4939-872B-1D0FBDF8BF1F}" dt="2021-02-28T19:20:10.237" v="48" actId="1076"/>
        <pc:sldMkLst>
          <pc:docMk/>
          <pc:sldMk cId="1142469904" sldId="415"/>
        </pc:sldMkLst>
        <pc:spChg chg="mod">
          <ac:chgData name="曹 昱維" userId="611d57ab1da5f08a" providerId="Windows Live" clId="Web-{3B545B81-C93D-4939-872B-1D0FBDF8BF1F}" dt="2021-02-28T19:20:06.300" v="47" actId="20577"/>
          <ac:spMkLst>
            <pc:docMk/>
            <pc:sldMk cId="1142469904" sldId="415"/>
            <ac:spMk id="5" creationId="{C36D046E-31BA-4E65-9370-6ACBCD291D8C}"/>
          </ac:spMkLst>
        </pc:spChg>
        <pc:picChg chg="mod">
          <ac:chgData name="曹 昱維" userId="611d57ab1da5f08a" providerId="Windows Live" clId="Web-{3B545B81-C93D-4939-872B-1D0FBDF8BF1F}" dt="2021-02-28T19:20:10.237" v="48" actId="1076"/>
          <ac:picMkLst>
            <pc:docMk/>
            <pc:sldMk cId="1142469904" sldId="415"/>
            <ac:picMk id="4" creationId="{A039C708-DA12-46D4-B5AB-C35157C2DC2A}"/>
          </ac:picMkLst>
        </pc:picChg>
      </pc:sldChg>
      <pc:sldChg chg="modSp">
        <pc:chgData name="曹 昱維" userId="611d57ab1da5f08a" providerId="Windows Live" clId="Web-{3B545B81-C93D-4939-872B-1D0FBDF8BF1F}" dt="2021-02-28T19:17:58.364" v="2" actId="20577"/>
        <pc:sldMkLst>
          <pc:docMk/>
          <pc:sldMk cId="83326372" sldId="417"/>
        </pc:sldMkLst>
        <pc:spChg chg="mod">
          <ac:chgData name="曹 昱維" userId="611d57ab1da5f08a" providerId="Windows Live" clId="Web-{3B545B81-C93D-4939-872B-1D0FBDF8BF1F}" dt="2021-02-28T19:17:58.364" v="2" actId="20577"/>
          <ac:spMkLst>
            <pc:docMk/>
            <pc:sldMk cId="83326372" sldId="417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54D02B79-F35D-4443-838F-1566E71F2D73}"/>
    <pc:docChg chg="delSld modSld">
      <pc:chgData name="曹 昱維" userId="611d57ab1da5f08a" providerId="Windows Live" clId="Web-{54D02B79-F35D-4443-838F-1566E71F2D73}" dt="2021-02-22T03:13:39.666" v="237"/>
      <pc:docMkLst>
        <pc:docMk/>
      </pc:docMkLst>
      <pc:sldChg chg="modSp">
        <pc:chgData name="曹 昱維" userId="611d57ab1da5f08a" providerId="Windows Live" clId="Web-{54D02B79-F35D-4443-838F-1566E71F2D73}" dt="2021-02-22T01:53:41.958" v="0" actId="20577"/>
        <pc:sldMkLst>
          <pc:docMk/>
          <pc:sldMk cId="2071263905" sldId="331"/>
        </pc:sldMkLst>
        <pc:spChg chg="mod">
          <ac:chgData name="曹 昱維" userId="611d57ab1da5f08a" providerId="Windows Live" clId="Web-{54D02B79-F35D-4443-838F-1566E71F2D73}" dt="2021-02-22T01:53:41.95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54D02B79-F35D-4443-838F-1566E71F2D73}" dt="2021-02-22T02:03:09.049" v="60" actId="1076"/>
        <pc:sldMkLst>
          <pc:docMk/>
          <pc:sldMk cId="479450028" sldId="399"/>
        </pc:sldMkLst>
        <pc:spChg chg="mod">
          <ac:chgData name="曹 昱維" userId="611d57ab1da5f08a" providerId="Windows Live" clId="Web-{54D02B79-F35D-4443-838F-1566E71F2D73}" dt="2021-02-22T01:57:19.057" v="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1:59:04.418" v="56" actId="20577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03:09.049" v="60" actId="1076"/>
          <ac:picMkLst>
            <pc:docMk/>
            <pc:sldMk cId="479450028" sldId="399"/>
            <ac:picMk id="3" creationId="{471F7594-986F-4B82-BDCF-7297BC5B72D1}"/>
          </ac:picMkLst>
        </pc:picChg>
        <pc:picChg chg="del">
          <ac:chgData name="曹 昱維" userId="611d57ab1da5f08a" providerId="Windows Live" clId="Web-{54D02B79-F35D-4443-838F-1566E71F2D73}" dt="2021-02-22T01:59:12.591" v="57"/>
          <ac:picMkLst>
            <pc:docMk/>
            <pc:sldMk cId="479450028" sldId="399"/>
            <ac:picMk id="6" creationId="{8E5E00C3-A0D7-4DA0-89E0-562F95E0510A}"/>
          </ac:picMkLst>
        </pc:picChg>
      </pc:sldChg>
      <pc:sldChg chg="del">
        <pc:chgData name="曹 昱維" userId="611d57ab1da5f08a" providerId="Windows Live" clId="Web-{54D02B79-F35D-4443-838F-1566E71F2D73}" dt="2021-02-22T03:13:39.666" v="236"/>
        <pc:sldMkLst>
          <pc:docMk/>
          <pc:sldMk cId="731008719" sldId="400"/>
        </pc:sldMkLst>
      </pc:sldChg>
      <pc:sldChg chg="del">
        <pc:chgData name="曹 昱維" userId="611d57ab1da5f08a" providerId="Windows Live" clId="Web-{54D02B79-F35D-4443-838F-1566E71F2D73}" dt="2021-02-22T03:13:39.666" v="237"/>
        <pc:sldMkLst>
          <pc:docMk/>
          <pc:sldMk cId="1766846931" sldId="411"/>
        </pc:sldMkLst>
      </pc:sldChg>
      <pc:sldChg chg="addSp delSp modSp">
        <pc:chgData name="曹 昱維" userId="611d57ab1da5f08a" providerId="Windows Live" clId="Web-{54D02B79-F35D-4443-838F-1566E71F2D73}" dt="2021-02-22T02:35:45.111" v="158" actId="20577"/>
        <pc:sldMkLst>
          <pc:docMk/>
          <pc:sldMk cId="1142469904" sldId="415"/>
        </pc:sldMkLst>
        <pc:spChg chg="mod">
          <ac:chgData name="曹 昱維" userId="611d57ab1da5f08a" providerId="Windows Live" clId="Web-{54D02B79-F35D-4443-838F-1566E71F2D73}" dt="2021-02-22T02:08:03.681" v="6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5:45.111" v="158" actId="20577"/>
          <ac:spMkLst>
            <pc:docMk/>
            <pc:sldMk cId="1142469904" sldId="415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22:56.718" v="98" actId="1076"/>
          <ac:picMkLst>
            <pc:docMk/>
            <pc:sldMk cId="1142469904" sldId="415"/>
            <ac:picMk id="3" creationId="{58072186-A8E6-4990-A126-5DD7D6B53C55}"/>
          </ac:picMkLst>
        </pc:picChg>
        <pc:picChg chg="del mod">
          <ac:chgData name="曹 昱維" userId="611d57ab1da5f08a" providerId="Windows Live" clId="Web-{54D02B79-F35D-4443-838F-1566E71F2D73}" dt="2021-02-22T02:20:13.433" v="95"/>
          <ac:picMkLst>
            <pc:docMk/>
            <pc:sldMk cId="1142469904" sldId="415"/>
            <ac:picMk id="4" creationId="{C94005A3-3E21-45DF-AF3D-ECD49479C886}"/>
          </ac:picMkLst>
        </pc:picChg>
      </pc:sldChg>
      <pc:sldChg chg="addSp delSp modSp">
        <pc:chgData name="曹 昱維" userId="611d57ab1da5f08a" providerId="Windows Live" clId="Web-{54D02B79-F35D-4443-838F-1566E71F2D73}" dt="2021-02-22T02:37:49.677" v="181" actId="1076"/>
        <pc:sldMkLst>
          <pc:docMk/>
          <pc:sldMk cId="727191407" sldId="416"/>
        </pc:sldMkLst>
        <pc:spChg chg="mod">
          <ac:chgData name="曹 昱維" userId="611d57ab1da5f08a" providerId="Windows Live" clId="Web-{54D02B79-F35D-4443-838F-1566E71F2D73}" dt="2021-02-22T02:23:36.500" v="105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7:33.973" v="178" actId="20577"/>
          <ac:spMkLst>
            <pc:docMk/>
            <pc:sldMk cId="727191407" sldId="416"/>
            <ac:spMk id="5" creationId="{C36D046E-31BA-4E65-9370-6ACBCD291D8C}"/>
          </ac:spMkLst>
        </pc:spChg>
        <pc:picChg chg="del">
          <ac:chgData name="曹 昱維" userId="611d57ab1da5f08a" providerId="Windows Live" clId="Web-{54D02B79-F35D-4443-838F-1566E71F2D73}" dt="2021-02-22T02:23:39.109" v="106"/>
          <ac:picMkLst>
            <pc:docMk/>
            <pc:sldMk cId="727191407" sldId="416"/>
            <ac:picMk id="3" creationId="{C7636C22-2A3A-45A2-B4B9-FD74411B23A1}"/>
          </ac:picMkLst>
        </pc:picChg>
        <pc:picChg chg="add mod">
          <ac:chgData name="曹 昱維" userId="611d57ab1da5f08a" providerId="Windows Live" clId="Web-{54D02B79-F35D-4443-838F-1566E71F2D73}" dt="2021-02-22T02:37:49.677" v="181" actId="1076"/>
          <ac:picMkLst>
            <pc:docMk/>
            <pc:sldMk cId="727191407" sldId="416"/>
            <ac:picMk id="4" creationId="{3AE0CB7B-D58B-4946-B95C-B5C75CA78D45}"/>
          </ac:picMkLst>
        </pc:picChg>
      </pc:sldChg>
      <pc:sldChg chg="addSp delSp modSp">
        <pc:chgData name="曹 昱維" userId="611d57ab1da5f08a" providerId="Windows Live" clId="Web-{54D02B79-F35D-4443-838F-1566E71F2D73}" dt="2021-02-22T02:50:40.977" v="210" actId="20577"/>
        <pc:sldMkLst>
          <pc:docMk/>
          <pc:sldMk cId="2621866127" sldId="417"/>
        </pc:sldMkLst>
        <pc:spChg chg="mod">
          <ac:chgData name="曹 昱維" userId="611d57ab1da5f08a" providerId="Windows Live" clId="Web-{54D02B79-F35D-4443-838F-1566E71F2D73}" dt="2021-02-22T02:38:51.147" v="188" actId="20577"/>
          <ac:spMkLst>
            <pc:docMk/>
            <pc:sldMk cId="2621866127" sldId="417"/>
            <ac:spMk id="2" creationId="{6476B7A2-C859-4B36-A3C9-1FD50872ADF4}"/>
          </ac:spMkLst>
        </pc:spChg>
        <pc:spChg chg="add del mod">
          <ac:chgData name="曹 昱維" userId="611d57ab1da5f08a" providerId="Windows Live" clId="Web-{54D02B79-F35D-4443-838F-1566E71F2D73}" dt="2021-02-22T02:40:22.274" v="198"/>
          <ac:spMkLst>
            <pc:docMk/>
            <pc:sldMk cId="2621866127" sldId="417"/>
            <ac:spMk id="4" creationId="{AC901161-9DEB-4793-A145-616AA039362E}"/>
          </ac:spMkLst>
        </pc:spChg>
        <pc:spChg chg="mod">
          <ac:chgData name="曹 昱維" userId="611d57ab1da5f08a" providerId="Windows Live" clId="Web-{54D02B79-F35D-4443-838F-1566E71F2D73}" dt="2021-02-22T02:50:40.977" v="210" actId="20577"/>
          <ac:spMkLst>
            <pc:docMk/>
            <pc:sldMk cId="2621866127" sldId="417"/>
            <ac:spMk id="11" creationId="{0E4E060E-3531-4E1F-8887-E569723F17A7}"/>
          </ac:spMkLst>
        </pc:spChg>
        <pc:picChg chg="add del mod">
          <ac:chgData name="曹 昱維" userId="611d57ab1da5f08a" providerId="Windows Live" clId="Web-{54D02B79-F35D-4443-838F-1566E71F2D73}" dt="2021-02-22T02:40:46.306" v="200"/>
          <ac:picMkLst>
            <pc:docMk/>
            <pc:sldMk cId="2621866127" sldId="417"/>
            <ac:picMk id="5" creationId="{335BA4E2-6544-4F24-B0E8-871A1F07191E}"/>
          </ac:picMkLst>
        </pc:picChg>
        <pc:picChg chg="add mod">
          <ac:chgData name="曹 昱維" userId="611d57ab1da5f08a" providerId="Windows Live" clId="Web-{54D02B79-F35D-4443-838F-1566E71F2D73}" dt="2021-02-22T02:41:02.838" v="203" actId="1076"/>
          <ac:picMkLst>
            <pc:docMk/>
            <pc:sldMk cId="2621866127" sldId="417"/>
            <ac:picMk id="6" creationId="{1D391FB2-7543-4CAF-A873-9EB104371AC4}"/>
          </ac:picMkLst>
        </pc:picChg>
        <pc:picChg chg="del">
          <ac:chgData name="曹 昱維" userId="611d57ab1da5f08a" providerId="Windows Live" clId="Web-{54D02B79-F35D-4443-838F-1566E71F2D73}" dt="2021-02-22T02:40:11.118" v="196"/>
          <ac:picMkLst>
            <pc:docMk/>
            <pc:sldMk cId="2621866127" sldId="417"/>
            <ac:picMk id="8" creationId="{3F393ECF-36CC-46D8-9C40-E381197AA08B}"/>
          </ac:picMkLst>
        </pc:picChg>
      </pc:sldChg>
      <pc:sldChg chg="addSp delSp modSp">
        <pc:chgData name="曹 昱維" userId="611d57ab1da5f08a" providerId="Windows Live" clId="Web-{54D02B79-F35D-4443-838F-1566E71F2D73}" dt="2021-02-22T03:13:30.400" v="235" actId="1076"/>
        <pc:sldMkLst>
          <pc:docMk/>
          <pc:sldMk cId="3599086957" sldId="418"/>
        </pc:sldMkLst>
        <pc:spChg chg="mod">
          <ac:chgData name="曹 昱維" userId="611d57ab1da5f08a" providerId="Windows Live" clId="Web-{54D02B79-F35D-4443-838F-1566E71F2D73}" dt="2021-02-22T02:44:57.531" v="205" actId="20577"/>
          <ac:spMkLst>
            <pc:docMk/>
            <pc:sldMk cId="3599086957" sldId="418"/>
            <ac:spMk id="2" creationId="{0AB0D50B-2A75-4639-91F0-3896672FCCEC}"/>
          </ac:spMkLst>
        </pc:spChg>
        <pc:spChg chg="add mod">
          <ac:chgData name="曹 昱維" userId="611d57ab1da5f08a" providerId="Windows Live" clId="Web-{54D02B79-F35D-4443-838F-1566E71F2D73}" dt="2021-02-22T03:08:36.877" v="232" actId="20577"/>
          <ac:spMkLst>
            <pc:docMk/>
            <pc:sldMk cId="3599086957" sldId="418"/>
            <ac:spMk id="3" creationId="{4A069D30-7135-47E5-B31A-084B011EF908}"/>
          </ac:spMkLst>
        </pc:spChg>
        <pc:grpChg chg="del">
          <ac:chgData name="曹 昱維" userId="611d57ab1da5f08a" providerId="Windows Live" clId="Web-{54D02B79-F35D-4443-838F-1566E71F2D73}" dt="2021-02-22T02:45:00.890" v="206"/>
          <ac:grpSpMkLst>
            <pc:docMk/>
            <pc:sldMk cId="3599086957" sldId="418"/>
            <ac:grpSpMk id="7" creationId="{7F76C607-90B2-4922-A59A-E5B3D10F8EAB}"/>
          </ac:grpSpMkLst>
        </pc:grpChg>
        <pc:picChg chg="add mod">
          <ac:chgData name="曹 昱維" userId="611d57ab1da5f08a" providerId="Windows Live" clId="Web-{54D02B79-F35D-4443-838F-1566E71F2D73}" dt="2021-02-22T03:13:30.400" v="235" actId="1076"/>
          <ac:picMkLst>
            <pc:docMk/>
            <pc:sldMk cId="3599086957" sldId="418"/>
            <ac:picMk id="4" creationId="{29070A0E-C524-4308-A86B-F12CE64B4ACD}"/>
          </ac:picMkLst>
        </pc:picChg>
      </pc:sldChg>
    </pc:docChg>
  </pc:docChgLst>
  <pc:docChgLst>
    <pc:chgData name="曹 昱維" userId="611d57ab1da5f08a" providerId="Windows Live" clId="Web-{5E3011B0-5579-41A0-8292-17DF490691BC}"/>
    <pc:docChg chg="modSld">
      <pc:chgData name="曹 昱維" userId="611d57ab1da5f08a" providerId="Windows Live" clId="Web-{5E3011B0-5579-41A0-8292-17DF490691BC}" dt="2021-02-22T01:54:36.612" v="10" actId="20577"/>
      <pc:docMkLst>
        <pc:docMk/>
      </pc:docMkLst>
      <pc:sldChg chg="modSp">
        <pc:chgData name="曹 昱維" userId="611d57ab1da5f08a" providerId="Windows Live" clId="Web-{5E3011B0-5579-41A0-8292-17DF490691BC}" dt="2021-02-22T01:54:36.612" v="10" actId="20577"/>
        <pc:sldMkLst>
          <pc:docMk/>
          <pc:sldMk cId="2071263905" sldId="331"/>
        </pc:sldMkLst>
        <pc:spChg chg="mod">
          <ac:chgData name="曹 昱維" userId="611d57ab1da5f08a" providerId="Windows Live" clId="Web-{5E3011B0-5579-41A0-8292-17DF490691BC}" dt="2021-02-22T01:54:36.612" v="10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73967559-12A0-4FD9-9065-4C498D66BD7D}"/>
    <pc:docChg chg="delSld modSld sldOrd">
      <pc:chgData name="曹 昱維" userId="611d57ab1da5f08a" providerId="Windows Live" clId="Web-{73967559-12A0-4FD9-9065-4C498D66BD7D}" dt="2021-02-22T01:49:53.573" v="115"/>
      <pc:docMkLst>
        <pc:docMk/>
      </pc:docMkLst>
      <pc:sldChg chg="modSp">
        <pc:chgData name="曹 昱維" userId="611d57ab1da5f08a" providerId="Windows Live" clId="Web-{73967559-12A0-4FD9-9065-4C498D66BD7D}" dt="2021-02-22T01:49:33.635" v="110" actId="20577"/>
        <pc:sldMkLst>
          <pc:docMk/>
          <pc:sldMk cId="731008719" sldId="400"/>
        </pc:sldMkLst>
        <pc:spChg chg="mod">
          <ac:chgData name="曹 昱維" userId="611d57ab1da5f08a" providerId="Windows Live" clId="Web-{73967559-12A0-4FD9-9065-4C498D66BD7D}" dt="2021-02-22T01:22:27.154" v="9" actId="20577"/>
          <ac:spMkLst>
            <pc:docMk/>
            <pc:sldMk cId="731008719" sldId="400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49:33.635" v="110" actId="20577"/>
          <ac:spMkLst>
            <pc:docMk/>
            <pc:sldMk cId="731008719" sldId="400"/>
            <ac:spMk id="6" creationId="{15629E39-22BE-423A-B5D5-076D621753F8}"/>
          </ac:spMkLst>
        </pc:spChg>
      </pc:sldChg>
      <pc:sldChg chg="del">
        <pc:chgData name="曹 昱維" userId="611d57ab1da5f08a" providerId="Windows Live" clId="Web-{73967559-12A0-4FD9-9065-4C498D66BD7D}" dt="2021-02-22T01:49:53.573" v="115"/>
        <pc:sldMkLst>
          <pc:docMk/>
          <pc:sldMk cId="2793615648" sldId="401"/>
        </pc:sldMkLst>
      </pc:sldChg>
      <pc:sldChg chg="del">
        <pc:chgData name="曹 昱維" userId="611d57ab1da5f08a" providerId="Windows Live" clId="Web-{73967559-12A0-4FD9-9065-4C498D66BD7D}" dt="2021-02-22T01:49:53.573" v="114"/>
        <pc:sldMkLst>
          <pc:docMk/>
          <pc:sldMk cId="1765932360" sldId="402"/>
        </pc:sldMkLst>
      </pc:sldChg>
      <pc:sldChg chg="del">
        <pc:chgData name="曹 昱維" userId="611d57ab1da5f08a" providerId="Windows Live" clId="Web-{73967559-12A0-4FD9-9065-4C498D66BD7D}" dt="2021-02-22T01:49:53.573" v="113"/>
        <pc:sldMkLst>
          <pc:docMk/>
          <pc:sldMk cId="1518544506" sldId="403"/>
        </pc:sldMkLst>
      </pc:sldChg>
      <pc:sldChg chg="addSp modSp ord">
        <pc:chgData name="曹 昱維" userId="611d57ab1da5f08a" providerId="Windows Live" clId="Web-{73967559-12A0-4FD9-9065-4C498D66BD7D}" dt="2021-02-22T01:38:04.851" v="87" actId="20577"/>
        <pc:sldMkLst>
          <pc:docMk/>
          <pc:sldMk cId="1766846931" sldId="411"/>
        </pc:sldMkLst>
        <pc:spChg chg="mod">
          <ac:chgData name="曹 昱維" userId="611d57ab1da5f08a" providerId="Windows Live" clId="Web-{73967559-12A0-4FD9-9065-4C498D66BD7D}" dt="2021-02-22T01:31:12.809" v="27" actId="20577"/>
          <ac:spMkLst>
            <pc:docMk/>
            <pc:sldMk cId="1766846931" sldId="411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38:04.851" v="87" actId="20577"/>
          <ac:spMkLst>
            <pc:docMk/>
            <pc:sldMk cId="1766846931" sldId="411"/>
            <ac:spMk id="3" creationId="{58589E7E-C5E1-4AAF-99CE-943834FAE1AF}"/>
          </ac:spMkLst>
        </pc:spChg>
        <pc:picChg chg="add mod">
          <ac:chgData name="曹 昱維" userId="611d57ab1da5f08a" providerId="Windows Live" clId="Web-{73967559-12A0-4FD9-9065-4C498D66BD7D}" dt="2021-02-22T01:35:32.847" v="62" actId="1076"/>
          <ac:picMkLst>
            <pc:docMk/>
            <pc:sldMk cId="1766846931" sldId="411"/>
            <ac:picMk id="4" creationId="{AFA9D261-92C9-4F2F-BAEA-2735E8E8AC5D}"/>
          </ac:picMkLst>
        </pc:picChg>
      </pc:sldChg>
      <pc:sldChg chg="del">
        <pc:chgData name="曹 昱維" userId="611d57ab1da5f08a" providerId="Windows Live" clId="Web-{73967559-12A0-4FD9-9065-4C498D66BD7D}" dt="2021-02-22T01:49:53.573" v="111"/>
        <pc:sldMkLst>
          <pc:docMk/>
          <pc:sldMk cId="3509932495" sldId="412"/>
        </pc:sldMkLst>
      </pc:sldChg>
      <pc:sldChg chg="del">
        <pc:chgData name="曹 昱維" userId="611d57ab1da5f08a" providerId="Windows Live" clId="Web-{73967559-12A0-4FD9-9065-4C498D66BD7D}" dt="2021-02-22T01:21:18.762" v="0"/>
        <pc:sldMkLst>
          <pc:docMk/>
          <pc:sldMk cId="2907763767" sldId="413"/>
        </pc:sldMkLst>
      </pc:sldChg>
      <pc:sldChg chg="del">
        <pc:chgData name="曹 昱維" userId="611d57ab1da5f08a" providerId="Windows Live" clId="Web-{73967559-12A0-4FD9-9065-4C498D66BD7D}" dt="2021-02-22T01:49:53.573" v="112"/>
        <pc:sldMkLst>
          <pc:docMk/>
          <pc:sldMk cId="2646519830" sldId="414"/>
        </pc:sldMkLst>
      </pc:sldChg>
      <pc:sldChg chg="modSp">
        <pc:chgData name="曹 昱維" userId="611d57ab1da5f08a" providerId="Windows Live" clId="Web-{73967559-12A0-4FD9-9065-4C498D66BD7D}" dt="2021-02-22T01:40:35.824" v="90" actId="20577"/>
        <pc:sldMkLst>
          <pc:docMk/>
          <pc:sldMk cId="727191407" sldId="416"/>
        </pc:sldMkLst>
        <pc:spChg chg="mod">
          <ac:chgData name="曹 昱維" userId="611d57ab1da5f08a" providerId="Windows Live" clId="Web-{73967559-12A0-4FD9-9065-4C498D66BD7D}" dt="2021-02-22T01:40:35.824" v="90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昱維 曹" userId="611d57ab1da5f08a" providerId="Windows Live" clId="Web-{499A4836-DECC-4BCC-EB33-79F4062BB838}"/>
    <pc:docChg chg="modSld">
      <pc:chgData name="昱維 曹" userId="611d57ab1da5f08a" providerId="Windows Live" clId="Web-{499A4836-DECC-4BCC-EB33-79F4062BB838}" dt="2025-05-28T10:42:27.880" v="4" actId="20577"/>
      <pc:docMkLst>
        <pc:docMk/>
      </pc:docMkLst>
      <pc:sldChg chg="modSp">
        <pc:chgData name="昱維 曹" userId="611d57ab1da5f08a" providerId="Windows Live" clId="Web-{499A4836-DECC-4BCC-EB33-79F4062BB838}" dt="2025-05-28T10:42:27.880" v="4" actId="20577"/>
        <pc:sldMkLst>
          <pc:docMk/>
          <pc:sldMk cId="2071263905" sldId="331"/>
        </pc:sldMkLst>
        <pc:spChg chg="mod">
          <ac:chgData name="昱維 曹" userId="611d57ab1da5f08a" providerId="Windows Live" clId="Web-{499A4836-DECC-4BCC-EB33-79F4062BB838}" dt="2025-05-28T10:42:27.880" v="4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昱維 曹" userId="611d57ab1da5f08a" providerId="Windows Live" clId="Web-{DE0A636B-E1D0-9B70-DA7A-9BD567B0CBB1}"/>
    <pc:docChg chg="modSld">
      <pc:chgData name="昱維 曹" userId="611d57ab1da5f08a" providerId="Windows Live" clId="Web-{DE0A636B-E1D0-9B70-DA7A-9BD567B0CBB1}" dt="2025-06-04T16:53:46.351" v="257" actId="20577"/>
      <pc:docMkLst>
        <pc:docMk/>
      </pc:docMkLst>
      <pc:sldChg chg="modSp">
        <pc:chgData name="昱維 曹" userId="611d57ab1da5f08a" providerId="Windows Live" clId="Web-{DE0A636B-E1D0-9B70-DA7A-9BD567B0CBB1}" dt="2025-06-04T14:48:48.215" v="10" actId="20577"/>
        <pc:sldMkLst>
          <pc:docMk/>
          <pc:sldMk cId="2071263905" sldId="331"/>
        </pc:sldMkLst>
        <pc:spChg chg="mod">
          <ac:chgData name="昱維 曹" userId="611d57ab1da5f08a" providerId="Windows Live" clId="Web-{DE0A636B-E1D0-9B70-DA7A-9BD567B0CBB1}" dt="2025-06-04T14:48:48.215" v="10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昱維 曹" userId="611d57ab1da5f08a" providerId="Windows Live" clId="Web-{DE0A636B-E1D0-9B70-DA7A-9BD567B0CBB1}" dt="2025-06-04T14:48:31.793" v="1" actId="20577"/>
          <ac:spMkLst>
            <pc:docMk/>
            <pc:sldMk cId="2071263905" sldId="331"/>
            <ac:spMk id="10" creationId="{FF68FC8F-8C93-46BF-9594-D49A56F9B5F9}"/>
          </ac:spMkLst>
        </pc:spChg>
      </pc:sldChg>
      <pc:sldChg chg="modSp">
        <pc:chgData name="昱維 曹" userId="611d57ab1da5f08a" providerId="Windows Live" clId="Web-{DE0A636B-E1D0-9B70-DA7A-9BD567B0CBB1}" dt="2025-06-04T16:29:38.285" v="225" actId="20577"/>
        <pc:sldMkLst>
          <pc:docMk/>
          <pc:sldMk cId="83326372" sldId="417"/>
        </pc:sldMkLst>
        <pc:spChg chg="mod">
          <ac:chgData name="昱維 曹" userId="611d57ab1da5f08a" providerId="Windows Live" clId="Web-{DE0A636B-E1D0-9B70-DA7A-9BD567B0CBB1}" dt="2025-06-04T14:49:38.309" v="12" actId="20577"/>
          <ac:spMkLst>
            <pc:docMk/>
            <pc:sldMk cId="83326372" sldId="417"/>
            <ac:spMk id="2" creationId="{6476B7A2-C859-4B36-A3C9-1FD50872ADF4}"/>
          </ac:spMkLst>
        </pc:spChg>
        <pc:spChg chg="mod">
          <ac:chgData name="昱維 曹" userId="611d57ab1da5f08a" providerId="Windows Live" clId="Web-{DE0A636B-E1D0-9B70-DA7A-9BD567B0CBB1}" dt="2025-06-04T16:29:38.285" v="225" actId="20577"/>
          <ac:spMkLst>
            <pc:docMk/>
            <pc:sldMk cId="83326372" sldId="417"/>
            <ac:spMk id="5" creationId="{C36D046E-31BA-4E65-9370-6ACBCD291D8C}"/>
          </ac:spMkLst>
        </pc:spChg>
      </pc:sldChg>
      <pc:sldChg chg="addSp modSp">
        <pc:chgData name="昱維 曹" userId="611d57ab1da5f08a" providerId="Windows Live" clId="Web-{DE0A636B-E1D0-9B70-DA7A-9BD567B0CBB1}" dt="2025-06-04T16:29:55.801" v="228" actId="20577"/>
        <pc:sldMkLst>
          <pc:docMk/>
          <pc:sldMk cId="1475140469" sldId="418"/>
        </pc:sldMkLst>
        <pc:spChg chg="mod">
          <ac:chgData name="昱維 曹" userId="611d57ab1da5f08a" providerId="Windows Live" clId="Web-{DE0A636B-E1D0-9B70-DA7A-9BD567B0CBB1}" dt="2025-06-04T15:19:15.527" v="63" actId="20577"/>
          <ac:spMkLst>
            <pc:docMk/>
            <pc:sldMk cId="1475140469" sldId="418"/>
            <ac:spMk id="2" creationId="{188C3812-9546-0FF6-C23B-BADD6F8661CB}"/>
          </ac:spMkLst>
        </pc:spChg>
        <pc:spChg chg="mod">
          <ac:chgData name="昱維 曹" userId="611d57ab1da5f08a" providerId="Windows Live" clId="Web-{DE0A636B-E1D0-9B70-DA7A-9BD567B0CBB1}" dt="2025-06-04T16:29:55.801" v="228" actId="20577"/>
          <ac:spMkLst>
            <pc:docMk/>
            <pc:sldMk cId="1475140469" sldId="418"/>
            <ac:spMk id="5" creationId="{AA1E697B-AD4F-59B3-201B-605100759B50}"/>
          </ac:spMkLst>
        </pc:spChg>
        <pc:picChg chg="add mod modCrop">
          <ac:chgData name="昱維 曹" userId="611d57ab1da5f08a" providerId="Windows Live" clId="Web-{DE0A636B-E1D0-9B70-DA7A-9BD567B0CBB1}" dt="2025-06-04T16:09:10.934" v="109" actId="1076"/>
          <ac:picMkLst>
            <pc:docMk/>
            <pc:sldMk cId="1475140469" sldId="418"/>
            <ac:picMk id="3" creationId="{043F0B0A-0039-E674-F959-D5A8B0676136}"/>
          </ac:picMkLst>
        </pc:picChg>
      </pc:sldChg>
      <pc:sldChg chg="addSp delSp modSp">
        <pc:chgData name="昱維 曹" userId="611d57ab1da5f08a" providerId="Windows Live" clId="Web-{DE0A636B-E1D0-9B70-DA7A-9BD567B0CBB1}" dt="2025-06-04T16:28:47.111" v="215" actId="20577"/>
        <pc:sldMkLst>
          <pc:docMk/>
          <pc:sldMk cId="4184644658" sldId="419"/>
        </pc:sldMkLst>
        <pc:spChg chg="mod">
          <ac:chgData name="昱維 曹" userId="611d57ab1da5f08a" providerId="Windows Live" clId="Web-{DE0A636B-E1D0-9B70-DA7A-9BD567B0CBB1}" dt="2025-06-04T16:28:47.111" v="215" actId="20577"/>
          <ac:spMkLst>
            <pc:docMk/>
            <pc:sldMk cId="4184644658" sldId="419"/>
            <ac:spMk id="2" creationId="{3F052329-4071-AE7C-3697-891AC6B0E1C9}"/>
          </ac:spMkLst>
        </pc:spChg>
        <pc:spChg chg="mod">
          <ac:chgData name="昱維 曹" userId="611d57ab1da5f08a" providerId="Windows Live" clId="Web-{DE0A636B-E1D0-9B70-DA7A-9BD567B0CBB1}" dt="2025-06-04T16:28:20.345" v="182" actId="20577"/>
          <ac:spMkLst>
            <pc:docMk/>
            <pc:sldMk cId="4184644658" sldId="419"/>
            <ac:spMk id="5" creationId="{73B94865-3B90-0BF7-4ED7-887E82AFB610}"/>
          </ac:spMkLst>
        </pc:spChg>
        <pc:graphicFrameChg chg="add del mod modGraphic">
          <ac:chgData name="昱維 曹" userId="611d57ab1da5f08a" providerId="Windows Live" clId="Web-{DE0A636B-E1D0-9B70-DA7A-9BD567B0CBB1}" dt="2025-06-04T16:25:44.105" v="115"/>
          <ac:graphicFrameMkLst>
            <pc:docMk/>
            <pc:sldMk cId="4184644658" sldId="419"/>
            <ac:graphicFrameMk id="6" creationId="{F74CE2B8-C3D2-5DC8-704E-0F59BAC0840B}"/>
          </ac:graphicFrameMkLst>
        </pc:graphicFrameChg>
        <pc:graphicFrameChg chg="add mod modGraphic">
          <ac:chgData name="昱維 曹" userId="611d57ab1da5f08a" providerId="Windows Live" clId="Web-{DE0A636B-E1D0-9B70-DA7A-9BD567B0CBB1}" dt="2025-06-04T16:28:34.595" v="212" actId="1076"/>
          <ac:graphicFrameMkLst>
            <pc:docMk/>
            <pc:sldMk cId="4184644658" sldId="419"/>
            <ac:graphicFrameMk id="8" creationId="{B5063257-D166-EBBA-2B6A-8183760851E0}"/>
          </ac:graphicFrameMkLst>
        </pc:graphicFrameChg>
        <pc:picChg chg="del">
          <ac:chgData name="昱維 曹" userId="611d57ab1da5f08a" providerId="Windows Live" clId="Web-{DE0A636B-E1D0-9B70-DA7A-9BD567B0CBB1}" dt="2025-06-04T16:09:06.309" v="108"/>
          <ac:picMkLst>
            <pc:docMk/>
            <pc:sldMk cId="4184644658" sldId="419"/>
            <ac:picMk id="3" creationId="{00AEC8EA-0A12-1DA2-4EAF-946910DADC38}"/>
          </ac:picMkLst>
        </pc:picChg>
      </pc:sldChg>
      <pc:sldChg chg="modSp">
        <pc:chgData name="昱維 曹" userId="611d57ab1da5f08a" providerId="Windows Live" clId="Web-{DE0A636B-E1D0-9B70-DA7A-9BD567B0CBB1}" dt="2025-06-04T16:53:46.351" v="257" actId="20577"/>
        <pc:sldMkLst>
          <pc:docMk/>
          <pc:sldMk cId="4216739735" sldId="420"/>
        </pc:sldMkLst>
        <pc:spChg chg="mod">
          <ac:chgData name="昱維 曹" userId="611d57ab1da5f08a" providerId="Windows Live" clId="Web-{DE0A636B-E1D0-9B70-DA7A-9BD567B0CBB1}" dt="2025-06-04T16:52:24.474" v="238" actId="20577"/>
          <ac:spMkLst>
            <pc:docMk/>
            <pc:sldMk cId="4216739735" sldId="420"/>
            <ac:spMk id="2" creationId="{8F9F2468-6A50-5F35-31BE-0451916E5230}"/>
          </ac:spMkLst>
        </pc:spChg>
        <pc:spChg chg="mod">
          <ac:chgData name="昱維 曹" userId="611d57ab1da5f08a" providerId="Windows Live" clId="Web-{DE0A636B-E1D0-9B70-DA7A-9BD567B0CBB1}" dt="2025-06-04T16:53:46.351" v="257" actId="20577"/>
          <ac:spMkLst>
            <pc:docMk/>
            <pc:sldMk cId="4216739735" sldId="420"/>
            <ac:spMk id="5" creationId="{D256E045-FBE2-85B6-954B-4C82D3814E9B}"/>
          </ac:spMkLst>
        </pc:spChg>
      </pc:sldChg>
    </pc:docChg>
  </pc:docChgLst>
  <pc:docChgLst>
    <pc:chgData name="曹 昱維" userId="611d57ab1da5f08a" providerId="Windows Live" clId="Web-{48D4E54A-B1A8-491F-9ACF-9097D196B8F8}"/>
    <pc:docChg chg="modSld">
      <pc:chgData name="曹 昱維" userId="611d57ab1da5f08a" providerId="Windows Live" clId="Web-{48D4E54A-B1A8-491F-9ACF-9097D196B8F8}" dt="2021-05-07T12:49:25.750" v="2" actId="20577"/>
      <pc:docMkLst>
        <pc:docMk/>
      </pc:docMkLst>
      <pc:sldChg chg="modSp">
        <pc:chgData name="曹 昱維" userId="611d57ab1da5f08a" providerId="Windows Live" clId="Web-{48D4E54A-B1A8-491F-9ACF-9097D196B8F8}" dt="2021-05-07T12:49:25.750" v="2" actId="20577"/>
        <pc:sldMkLst>
          <pc:docMk/>
          <pc:sldMk cId="479450028" sldId="399"/>
        </pc:sldMkLst>
        <pc:spChg chg="mod">
          <ac:chgData name="曹 昱維" userId="611d57ab1da5f08a" providerId="Windows Live" clId="Web-{48D4E54A-B1A8-491F-9ACF-9097D196B8F8}" dt="2021-05-07T12:49:25.750" v="2" actId="20577"/>
          <ac:spMkLst>
            <pc:docMk/>
            <pc:sldMk cId="479450028" sldId="399"/>
            <ac:spMk id="5" creationId="{C36D046E-31BA-4E65-9370-6ACBCD291D8C}"/>
          </ac:spMkLst>
        </pc:spChg>
      </pc:sldChg>
    </pc:docChg>
  </pc:docChgLst>
  <pc:docChgLst>
    <pc:chgData name="昱維 曹" userId="611d57ab1da5f08a" providerId="Windows Live" clId="Web-{1878EE74-A6F0-15B2-7318-7ECC6CA5A1A7}"/>
    <pc:docChg chg="addSld delSld modSld sldOrd">
      <pc:chgData name="昱維 曹" userId="611d57ab1da5f08a" providerId="Windows Live" clId="Web-{1878EE74-A6F0-15B2-7318-7ECC6CA5A1A7}" dt="2025-05-31T16:56:02.564" v="413" actId="20577"/>
      <pc:docMkLst>
        <pc:docMk/>
      </pc:docMkLst>
      <pc:sldChg chg="modSp">
        <pc:chgData name="昱維 曹" userId="611d57ab1da5f08a" providerId="Windows Live" clId="Web-{1878EE74-A6F0-15B2-7318-7ECC6CA5A1A7}" dt="2025-05-31T16:00:59.161" v="2" actId="20577"/>
        <pc:sldMkLst>
          <pc:docMk/>
          <pc:sldMk cId="2071263905" sldId="331"/>
        </pc:sldMkLst>
        <pc:spChg chg="mod">
          <ac:chgData name="昱維 曹" userId="611d57ab1da5f08a" providerId="Windows Live" clId="Web-{1878EE74-A6F0-15B2-7318-7ECC6CA5A1A7}" dt="2025-05-31T16:00:59.161" v="2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昱維 曹" userId="611d57ab1da5f08a" providerId="Windows Live" clId="Web-{1878EE74-A6F0-15B2-7318-7ECC6CA5A1A7}" dt="2025-05-31T16:00:55.629" v="1" actId="20577"/>
          <ac:spMkLst>
            <pc:docMk/>
            <pc:sldMk cId="2071263905" sldId="331"/>
            <ac:spMk id="10" creationId="{FF68FC8F-8C93-46BF-9594-D49A56F9B5F9}"/>
          </ac:spMkLst>
        </pc:spChg>
      </pc:sldChg>
      <pc:sldChg chg="modSp del">
        <pc:chgData name="昱維 曹" userId="611d57ab1da5f08a" providerId="Windows Live" clId="Web-{1878EE74-A6F0-15B2-7318-7ECC6CA5A1A7}" dt="2025-05-31T16:07:57.441" v="40"/>
        <pc:sldMkLst>
          <pc:docMk/>
          <pc:sldMk cId="479450028" sldId="399"/>
        </pc:sldMkLst>
        <pc:spChg chg="mod">
          <ac:chgData name="昱維 曹" userId="611d57ab1da5f08a" providerId="Windows Live" clId="Web-{1878EE74-A6F0-15B2-7318-7ECC6CA5A1A7}" dt="2025-05-31T16:02:59.993" v="5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昱維 曹" userId="611d57ab1da5f08a" providerId="Windows Live" clId="Web-{1878EE74-A6F0-15B2-7318-7ECC6CA5A1A7}" dt="2025-05-31T16:04:16.058" v="11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del">
        <pc:chgData name="昱維 曹" userId="611d57ab1da5f08a" providerId="Windows Live" clId="Web-{1878EE74-A6F0-15B2-7318-7ECC6CA5A1A7}" dt="2025-05-31T16:07:57.441" v="37"/>
        <pc:sldMkLst>
          <pc:docMk/>
          <pc:sldMk cId="1142469904" sldId="415"/>
        </pc:sldMkLst>
      </pc:sldChg>
      <pc:sldChg chg="del">
        <pc:chgData name="昱維 曹" userId="611d57ab1da5f08a" providerId="Windows Live" clId="Web-{1878EE74-A6F0-15B2-7318-7ECC6CA5A1A7}" dt="2025-05-31T16:07:57.441" v="38"/>
        <pc:sldMkLst>
          <pc:docMk/>
          <pc:sldMk cId="727191407" sldId="416"/>
        </pc:sldMkLst>
      </pc:sldChg>
      <pc:sldChg chg="modSp ord">
        <pc:chgData name="昱維 曹" userId="611d57ab1da5f08a" providerId="Windows Live" clId="Web-{1878EE74-A6F0-15B2-7318-7ECC6CA5A1A7}" dt="2025-05-31T16:18:10.135" v="130" actId="20577"/>
        <pc:sldMkLst>
          <pc:docMk/>
          <pc:sldMk cId="83326372" sldId="417"/>
        </pc:sldMkLst>
        <pc:spChg chg="mod">
          <ac:chgData name="昱維 曹" userId="611d57ab1da5f08a" providerId="Windows Live" clId="Web-{1878EE74-A6F0-15B2-7318-7ECC6CA5A1A7}" dt="2025-05-31T16:04:47.497" v="16" actId="20577"/>
          <ac:spMkLst>
            <pc:docMk/>
            <pc:sldMk cId="83326372" sldId="417"/>
            <ac:spMk id="2" creationId="{6476B7A2-C859-4B36-A3C9-1FD50872ADF4}"/>
          </ac:spMkLst>
        </pc:spChg>
        <pc:spChg chg="mod">
          <ac:chgData name="昱維 曹" userId="611d57ab1da5f08a" providerId="Windows Live" clId="Web-{1878EE74-A6F0-15B2-7318-7ECC6CA5A1A7}" dt="2025-05-31T16:18:10.135" v="130" actId="20577"/>
          <ac:spMkLst>
            <pc:docMk/>
            <pc:sldMk cId="83326372" sldId="417"/>
            <ac:spMk id="5" creationId="{C36D046E-31BA-4E65-9370-6ACBCD291D8C}"/>
          </ac:spMkLst>
        </pc:spChg>
      </pc:sldChg>
      <pc:sldChg chg="modSp add replId">
        <pc:chgData name="昱維 曹" userId="611d57ab1da5f08a" providerId="Windows Live" clId="Web-{1878EE74-A6F0-15B2-7318-7ECC6CA5A1A7}" dt="2025-05-31T16:19:58.951" v="155" actId="20577"/>
        <pc:sldMkLst>
          <pc:docMk/>
          <pc:sldMk cId="1475140469" sldId="418"/>
        </pc:sldMkLst>
        <pc:spChg chg="mod">
          <ac:chgData name="昱維 曹" userId="611d57ab1da5f08a" providerId="Windows Live" clId="Web-{1878EE74-A6F0-15B2-7318-7ECC6CA5A1A7}" dt="2025-05-31T16:08:21.739" v="43" actId="20577"/>
          <ac:spMkLst>
            <pc:docMk/>
            <pc:sldMk cId="1475140469" sldId="418"/>
            <ac:spMk id="2" creationId="{188C3812-9546-0FF6-C23B-BADD6F8661CB}"/>
          </ac:spMkLst>
        </pc:spChg>
        <pc:spChg chg="mod">
          <ac:chgData name="昱維 曹" userId="611d57ab1da5f08a" providerId="Windows Live" clId="Web-{1878EE74-A6F0-15B2-7318-7ECC6CA5A1A7}" dt="2025-05-31T16:19:58.951" v="155" actId="20577"/>
          <ac:spMkLst>
            <pc:docMk/>
            <pc:sldMk cId="1475140469" sldId="418"/>
            <ac:spMk id="5" creationId="{AA1E697B-AD4F-59B3-201B-605100759B50}"/>
          </ac:spMkLst>
        </pc:spChg>
      </pc:sldChg>
      <pc:sldChg chg="add del replId">
        <pc:chgData name="昱維 曹" userId="611d57ab1da5f08a" providerId="Windows Live" clId="Web-{1878EE74-A6F0-15B2-7318-7ECC6CA5A1A7}" dt="2025-05-31T16:07:57.441" v="39"/>
        <pc:sldMkLst>
          <pc:docMk/>
          <pc:sldMk cId="2111983200" sldId="418"/>
        </pc:sldMkLst>
      </pc:sldChg>
      <pc:sldChg chg="new del">
        <pc:chgData name="昱維 曹" userId="611d57ab1da5f08a" providerId="Windows Live" clId="Web-{1878EE74-A6F0-15B2-7318-7ECC6CA5A1A7}" dt="2025-05-31T16:10:25.165" v="84"/>
        <pc:sldMkLst>
          <pc:docMk/>
          <pc:sldMk cId="3993856487" sldId="419"/>
        </pc:sldMkLst>
      </pc:sldChg>
      <pc:sldChg chg="modSp add replId">
        <pc:chgData name="昱維 曹" userId="611d57ab1da5f08a" providerId="Windows Live" clId="Web-{1878EE74-A6F0-15B2-7318-7ECC6CA5A1A7}" dt="2025-05-31T16:19:39.747" v="149" actId="20577"/>
        <pc:sldMkLst>
          <pc:docMk/>
          <pc:sldMk cId="4184644658" sldId="419"/>
        </pc:sldMkLst>
        <pc:spChg chg="mod">
          <ac:chgData name="昱維 曹" userId="611d57ab1da5f08a" providerId="Windows Live" clId="Web-{1878EE74-A6F0-15B2-7318-7ECC6CA5A1A7}" dt="2025-05-31T16:11:14.933" v="89" actId="20577"/>
          <ac:spMkLst>
            <pc:docMk/>
            <pc:sldMk cId="4184644658" sldId="419"/>
            <ac:spMk id="2" creationId="{3F052329-4071-AE7C-3697-891AC6B0E1C9}"/>
          </ac:spMkLst>
        </pc:spChg>
        <pc:spChg chg="mod">
          <ac:chgData name="昱維 曹" userId="611d57ab1da5f08a" providerId="Windows Live" clId="Web-{1878EE74-A6F0-15B2-7318-7ECC6CA5A1A7}" dt="2025-05-31T16:19:39.747" v="149" actId="20577"/>
          <ac:spMkLst>
            <pc:docMk/>
            <pc:sldMk cId="4184644658" sldId="419"/>
            <ac:spMk id="5" creationId="{73B94865-3B90-0BF7-4ED7-887E82AFB610}"/>
          </ac:spMkLst>
        </pc:spChg>
      </pc:sldChg>
      <pc:sldChg chg="addSp modSp add replId">
        <pc:chgData name="昱維 曹" userId="611d57ab1da5f08a" providerId="Windows Live" clId="Web-{1878EE74-A6F0-15B2-7318-7ECC6CA5A1A7}" dt="2025-05-31T16:26:27.637" v="175" actId="1076"/>
        <pc:sldMkLst>
          <pc:docMk/>
          <pc:sldMk cId="3841565091" sldId="420"/>
        </pc:sldMkLst>
        <pc:spChg chg="mod">
          <ac:chgData name="昱維 曹" userId="611d57ab1da5f08a" providerId="Windows Live" clId="Web-{1878EE74-A6F0-15B2-7318-7ECC6CA5A1A7}" dt="2025-05-31T16:20:41.374" v="159" actId="20577"/>
          <ac:spMkLst>
            <pc:docMk/>
            <pc:sldMk cId="3841565091" sldId="420"/>
            <ac:spMk id="2" creationId="{556EB73D-1C7C-165E-57BA-E26C8F7C5155}"/>
          </ac:spMkLst>
        </pc:spChg>
        <pc:spChg chg="mod">
          <ac:chgData name="昱維 曹" userId="611d57ab1da5f08a" providerId="Windows Live" clId="Web-{1878EE74-A6F0-15B2-7318-7ECC6CA5A1A7}" dt="2025-05-31T16:24:47.196" v="170" actId="20577"/>
          <ac:spMkLst>
            <pc:docMk/>
            <pc:sldMk cId="3841565091" sldId="420"/>
            <ac:spMk id="5" creationId="{2081B58A-E6F1-CC64-CE9C-AACA20E8F7A4}"/>
          </ac:spMkLst>
        </pc:spChg>
        <pc:picChg chg="add mod">
          <ac:chgData name="昱維 曹" userId="611d57ab1da5f08a" providerId="Windows Live" clId="Web-{1878EE74-A6F0-15B2-7318-7ECC6CA5A1A7}" dt="2025-05-31T16:26:27.637" v="175" actId="1076"/>
          <ac:picMkLst>
            <pc:docMk/>
            <pc:sldMk cId="3841565091" sldId="420"/>
            <ac:picMk id="3" creationId="{3CD2C031-63EB-4649-1249-98BDF05EB14E}"/>
          </ac:picMkLst>
        </pc:picChg>
      </pc:sldChg>
      <pc:sldChg chg="modSp add del ord replId">
        <pc:chgData name="昱維 曹" userId="611d57ab1da5f08a" providerId="Windows Live" clId="Web-{1878EE74-A6F0-15B2-7318-7ECC6CA5A1A7}" dt="2025-05-31T16:33:45.752" v="208"/>
        <pc:sldMkLst>
          <pc:docMk/>
          <pc:sldMk cId="3391872925" sldId="421"/>
        </pc:sldMkLst>
        <pc:spChg chg="mod">
          <ac:chgData name="昱維 曹" userId="611d57ab1da5f08a" providerId="Windows Live" clId="Web-{1878EE74-A6F0-15B2-7318-7ECC6CA5A1A7}" dt="2025-05-31T16:32:35.202" v="189" actId="20577"/>
          <ac:spMkLst>
            <pc:docMk/>
            <pc:sldMk cId="3391872925" sldId="421"/>
            <ac:spMk id="2" creationId="{748F7D07-4884-30BF-6D99-25A5211CC8B0}"/>
          </ac:spMkLst>
        </pc:spChg>
        <pc:spChg chg="mod">
          <ac:chgData name="昱維 曹" userId="611d57ab1da5f08a" providerId="Windows Live" clId="Web-{1878EE74-A6F0-15B2-7318-7ECC6CA5A1A7}" dt="2025-05-31T16:32:17.155" v="186" actId="20577"/>
          <ac:spMkLst>
            <pc:docMk/>
            <pc:sldMk cId="3391872925" sldId="421"/>
            <ac:spMk id="5" creationId="{B5644FBE-95DC-FF6C-6FE4-190F98DF6186}"/>
          </ac:spMkLst>
        </pc:spChg>
      </pc:sldChg>
      <pc:sldChg chg="modSp add ord replId">
        <pc:chgData name="昱維 曹" userId="611d57ab1da5f08a" providerId="Windows Live" clId="Web-{1878EE74-A6F0-15B2-7318-7ECC6CA5A1A7}" dt="2025-05-31T16:35:41.271" v="228" actId="20577"/>
        <pc:sldMkLst>
          <pc:docMk/>
          <pc:sldMk cId="2510174764" sldId="422"/>
        </pc:sldMkLst>
        <pc:spChg chg="mod">
          <ac:chgData name="昱維 曹" userId="611d57ab1da5f08a" providerId="Windows Live" clId="Web-{1878EE74-A6F0-15B2-7318-7ECC6CA5A1A7}" dt="2025-05-31T16:32:43.109" v="191" actId="20577"/>
          <ac:spMkLst>
            <pc:docMk/>
            <pc:sldMk cId="2510174764" sldId="422"/>
            <ac:spMk id="2" creationId="{FB533A3B-FFB4-BF8C-4BA5-D2ACF9586A30}"/>
          </ac:spMkLst>
        </pc:spChg>
        <pc:spChg chg="mod">
          <ac:chgData name="昱維 曹" userId="611d57ab1da5f08a" providerId="Windows Live" clId="Web-{1878EE74-A6F0-15B2-7318-7ECC6CA5A1A7}" dt="2025-05-31T16:35:41.271" v="228" actId="20577"/>
          <ac:spMkLst>
            <pc:docMk/>
            <pc:sldMk cId="2510174764" sldId="422"/>
            <ac:spMk id="5" creationId="{71767382-B229-6C26-DC3E-F7FBCC6C332F}"/>
          </ac:spMkLst>
        </pc:spChg>
      </pc:sldChg>
      <pc:sldChg chg="modSp add replId">
        <pc:chgData name="昱維 曹" userId="611d57ab1da5f08a" providerId="Windows Live" clId="Web-{1878EE74-A6F0-15B2-7318-7ECC6CA5A1A7}" dt="2025-05-31T16:41:21.408" v="297" actId="20577"/>
        <pc:sldMkLst>
          <pc:docMk/>
          <pc:sldMk cId="833305" sldId="423"/>
        </pc:sldMkLst>
        <pc:spChg chg="mod">
          <ac:chgData name="昱維 曹" userId="611d57ab1da5f08a" providerId="Windows Live" clId="Web-{1878EE74-A6F0-15B2-7318-7ECC6CA5A1A7}" dt="2025-05-31T16:33:58.752" v="211" actId="20577"/>
          <ac:spMkLst>
            <pc:docMk/>
            <pc:sldMk cId="833305" sldId="423"/>
            <ac:spMk id="2" creationId="{447587E5-B6F7-DA21-3736-2634BAACA8B8}"/>
          </ac:spMkLst>
        </pc:spChg>
        <pc:spChg chg="mod">
          <ac:chgData name="昱維 曹" userId="611d57ab1da5f08a" providerId="Windows Live" clId="Web-{1878EE74-A6F0-15B2-7318-7ECC6CA5A1A7}" dt="2025-05-31T16:41:21.408" v="297" actId="20577"/>
          <ac:spMkLst>
            <pc:docMk/>
            <pc:sldMk cId="833305" sldId="423"/>
            <ac:spMk id="5" creationId="{25646684-69F7-B760-226A-E81778EFF38F}"/>
          </ac:spMkLst>
        </pc:spChg>
      </pc:sldChg>
      <pc:sldChg chg="modSp add replId">
        <pc:chgData name="昱維 曹" userId="611d57ab1da5f08a" providerId="Windows Live" clId="Web-{1878EE74-A6F0-15B2-7318-7ECC6CA5A1A7}" dt="2025-05-31T16:49:43.223" v="320" actId="20577"/>
        <pc:sldMkLst>
          <pc:docMk/>
          <pc:sldMk cId="1134612258" sldId="424"/>
        </pc:sldMkLst>
        <pc:spChg chg="mod">
          <ac:chgData name="昱維 曹" userId="611d57ab1da5f08a" providerId="Windows Live" clId="Web-{1878EE74-A6F0-15B2-7318-7ECC6CA5A1A7}" dt="2025-05-31T16:41:51.847" v="299" actId="20577"/>
          <ac:spMkLst>
            <pc:docMk/>
            <pc:sldMk cId="1134612258" sldId="424"/>
            <ac:spMk id="2" creationId="{F5BB8A43-6C78-2286-6D08-CDCC78CA8E4F}"/>
          </ac:spMkLst>
        </pc:spChg>
        <pc:spChg chg="mod">
          <ac:chgData name="昱維 曹" userId="611d57ab1da5f08a" providerId="Windows Live" clId="Web-{1878EE74-A6F0-15B2-7318-7ECC6CA5A1A7}" dt="2025-05-31T16:49:43.223" v="320" actId="20577"/>
          <ac:spMkLst>
            <pc:docMk/>
            <pc:sldMk cId="1134612258" sldId="424"/>
            <ac:spMk id="5" creationId="{1D1D6E89-B18B-B505-36C4-C92D61FED127}"/>
          </ac:spMkLst>
        </pc:spChg>
      </pc:sldChg>
      <pc:sldChg chg="modSp add replId">
        <pc:chgData name="昱維 曹" userId="611d57ab1da5f08a" providerId="Windows Live" clId="Web-{1878EE74-A6F0-15B2-7318-7ECC6CA5A1A7}" dt="2025-05-31T16:56:02.564" v="413" actId="20577"/>
        <pc:sldMkLst>
          <pc:docMk/>
          <pc:sldMk cId="1095336056" sldId="425"/>
        </pc:sldMkLst>
        <pc:spChg chg="mod">
          <ac:chgData name="昱維 曹" userId="611d57ab1da5f08a" providerId="Windows Live" clId="Web-{1878EE74-A6F0-15B2-7318-7ECC6CA5A1A7}" dt="2025-05-31T16:51:12.429" v="328" actId="20577"/>
          <ac:spMkLst>
            <pc:docMk/>
            <pc:sldMk cId="1095336056" sldId="425"/>
            <ac:spMk id="2" creationId="{274B3A0C-537C-7BB3-97E3-CDEAAA0D7F2C}"/>
          </ac:spMkLst>
        </pc:spChg>
        <pc:spChg chg="mod">
          <ac:chgData name="昱維 曹" userId="611d57ab1da5f08a" providerId="Windows Live" clId="Web-{1878EE74-A6F0-15B2-7318-7ECC6CA5A1A7}" dt="2025-05-31T16:56:02.564" v="413" actId="20577"/>
          <ac:spMkLst>
            <pc:docMk/>
            <pc:sldMk cId="1095336056" sldId="425"/>
            <ac:spMk id="5" creationId="{BEDEB972-21B8-EA7A-3701-0CF5880A6E09}"/>
          </ac:spMkLst>
        </pc:spChg>
      </pc:sldChg>
    </pc:docChg>
  </pc:docChgLst>
  <pc:docChgLst>
    <pc:chgData name="曹 昱維" userId="611d57ab1da5f08a" providerId="Windows Live" clId="Web-{B29648D9-2E8B-410E-905F-66C643A85CF2}"/>
    <pc:docChg chg="modSld">
      <pc:chgData name="曹 昱維" userId="611d57ab1da5f08a" providerId="Windows Live" clId="Web-{B29648D9-2E8B-410E-905F-66C643A85CF2}" dt="2021-03-02T19:03:19.335" v="4" actId="20577"/>
      <pc:docMkLst>
        <pc:docMk/>
      </pc:docMkLst>
      <pc:sldChg chg="modSp">
        <pc:chgData name="曹 昱維" userId="611d57ab1da5f08a" providerId="Windows Live" clId="Web-{B29648D9-2E8B-410E-905F-66C643A85CF2}" dt="2021-03-02T19:03:19.335" v="4" actId="20577"/>
        <pc:sldMkLst>
          <pc:docMk/>
          <pc:sldMk cId="479450028" sldId="399"/>
        </pc:sldMkLst>
        <pc:spChg chg="mod">
          <ac:chgData name="曹 昱維" userId="611d57ab1da5f08a" providerId="Windows Live" clId="Web-{B29648D9-2E8B-410E-905F-66C643A85CF2}" dt="2021-03-02T19:03:19.335" v="4" actId="20577"/>
          <ac:spMkLst>
            <pc:docMk/>
            <pc:sldMk cId="479450028" sldId="399"/>
            <ac:spMk id="5" creationId="{C36D046E-31BA-4E65-9370-6ACBCD291D8C}"/>
          </ac:spMkLst>
        </pc:spChg>
        <pc:picChg chg="mod modCrop">
          <ac:chgData name="曹 昱維" userId="611d57ab1da5f08a" providerId="Windows Live" clId="Web-{B29648D9-2E8B-410E-905F-66C643A85CF2}" dt="2021-03-02T19:03:09.257" v="2" actId="1076"/>
          <ac:picMkLst>
            <pc:docMk/>
            <pc:sldMk cId="479450028" sldId="399"/>
            <ac:picMk id="4" creationId="{B3D0551F-C678-4DC4-9492-A98A4DFBC810}"/>
          </ac:picMkLst>
        </pc:picChg>
      </pc:sldChg>
    </pc:docChg>
  </pc:docChgLst>
  <pc:docChgLst>
    <pc:chgData name="曹 昱維" userId="611d57ab1da5f08a" providerId="Windows Live" clId="Web-{3500C1EF-F57C-4226-9870-A1D1F4F5ADDF}"/>
    <pc:docChg chg="modSld">
      <pc:chgData name="曹 昱維" userId="611d57ab1da5f08a" providerId="Windows Live" clId="Web-{3500C1EF-F57C-4226-9870-A1D1F4F5ADDF}" dt="2021-02-20T18:00:39.982" v="7" actId="20577"/>
      <pc:docMkLst>
        <pc:docMk/>
      </pc:docMkLst>
      <pc:sldChg chg="modSp">
        <pc:chgData name="曹 昱維" userId="611d57ab1da5f08a" providerId="Windows Live" clId="Web-{3500C1EF-F57C-4226-9870-A1D1F4F5ADDF}" dt="2021-02-20T18:00:39.982" v="7" actId="20577"/>
        <pc:sldMkLst>
          <pc:docMk/>
          <pc:sldMk cId="2071263905" sldId="331"/>
        </pc:sldMkLst>
        <pc:spChg chg="mod">
          <ac:chgData name="曹 昱維" userId="611d57ab1da5f08a" providerId="Windows Live" clId="Web-{3500C1EF-F57C-4226-9870-A1D1F4F5ADDF}" dt="2021-02-20T18:00:37.138" v="6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3500C1EF-F57C-4226-9870-A1D1F4F5ADDF}" dt="2021-02-20T18:00:39.982" v="7" actId="20577"/>
          <ac:spMkLst>
            <pc:docMk/>
            <pc:sldMk cId="2071263905" sldId="331"/>
            <ac:spMk id="14" creationId="{583773A5-76D9-46D5-9556-BF767071F582}"/>
          </ac:spMkLst>
        </pc:spChg>
      </pc:sldChg>
    </pc:docChg>
  </pc:docChgLst>
  <pc:docChgLst>
    <pc:chgData name="昱維 曹" userId="611d57ab1da5f08a" providerId="Windows Live" clId="Web-{9F875B76-3EA3-41AE-0AE8-3C7153A25AD4}"/>
    <pc:docChg chg="modSld">
      <pc:chgData name="昱維 曹" userId="611d57ab1da5f08a" providerId="Windows Live" clId="Web-{9F875B76-3EA3-41AE-0AE8-3C7153A25AD4}" dt="2025-04-09T16:55:11.698" v="4" actId="20577"/>
      <pc:docMkLst>
        <pc:docMk/>
      </pc:docMkLst>
      <pc:sldChg chg="modSp">
        <pc:chgData name="昱維 曹" userId="611d57ab1da5f08a" providerId="Windows Live" clId="Web-{9F875B76-3EA3-41AE-0AE8-3C7153A25AD4}" dt="2025-04-09T16:55:11.698" v="4" actId="20577"/>
        <pc:sldMkLst>
          <pc:docMk/>
          <pc:sldMk cId="2071263905" sldId="331"/>
        </pc:sldMkLst>
        <pc:spChg chg="mod">
          <ac:chgData name="昱維 曹" userId="611d57ab1da5f08a" providerId="Windows Live" clId="Web-{9F875B76-3EA3-41AE-0AE8-3C7153A25AD4}" dt="2025-04-09T16:55:11.698" v="4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17A3F8B8-9586-49AA-9BA6-2030F4966806}"/>
    <pc:docChg chg="delSld modSld">
      <pc:chgData name="曹 昱維" userId="611d57ab1da5f08a" providerId="Windows Live" clId="Web-{17A3F8B8-9586-49AA-9BA6-2030F4966806}" dt="2021-02-23T18:10:32.524" v="196" actId="1076"/>
      <pc:docMkLst>
        <pc:docMk/>
      </pc:docMkLst>
      <pc:sldChg chg="addSp delSp modSp">
        <pc:chgData name="曹 昱維" userId="611d57ab1da5f08a" providerId="Windows Live" clId="Web-{17A3F8B8-9586-49AA-9BA6-2030F4966806}" dt="2021-02-23T16:44:57.799" v="17" actId="1076"/>
        <pc:sldMkLst>
          <pc:docMk/>
          <pc:sldMk cId="479450028" sldId="399"/>
        </pc:sldMkLst>
        <pc:spChg chg="mod">
          <ac:chgData name="曹 昱維" userId="611d57ab1da5f08a" providerId="Windows Live" clId="Web-{17A3F8B8-9586-49AA-9BA6-2030F4966806}" dt="2021-02-23T16:31:30.137" v="1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7A3F8B8-9586-49AA-9BA6-2030F4966806}" dt="2021-02-23T16:44:48.846" v="13" actId="20577"/>
          <ac:spMkLst>
            <pc:docMk/>
            <pc:sldMk cId="479450028" sldId="399"/>
            <ac:spMk id="5" creationId="{C36D046E-31BA-4E65-9370-6ACBCD291D8C}"/>
          </ac:spMkLst>
        </pc:spChg>
        <pc:picChg chg="del">
          <ac:chgData name="曹 昱維" userId="611d57ab1da5f08a" providerId="Windows Live" clId="Web-{17A3F8B8-9586-49AA-9BA6-2030F4966806}" dt="2021-02-23T16:44:50.252" v="14"/>
          <ac:picMkLst>
            <pc:docMk/>
            <pc:sldMk cId="479450028" sldId="399"/>
            <ac:picMk id="3" creationId="{471F7594-986F-4B82-BDCF-7297BC5B72D1}"/>
          </ac:picMkLst>
        </pc:picChg>
        <pc:picChg chg="add mod">
          <ac:chgData name="曹 昱維" userId="611d57ab1da5f08a" providerId="Windows Live" clId="Web-{17A3F8B8-9586-49AA-9BA6-2030F4966806}" dt="2021-02-23T16:44:57.799" v="17" actId="1076"/>
          <ac:picMkLst>
            <pc:docMk/>
            <pc:sldMk cId="479450028" sldId="399"/>
            <ac:picMk id="4" creationId="{B3D0551F-C678-4DC4-9492-A98A4DFBC810}"/>
          </ac:picMkLst>
        </pc:picChg>
      </pc:sldChg>
      <pc:sldChg chg="delSp modSp">
        <pc:chgData name="曹 昱維" userId="611d57ab1da5f08a" providerId="Windows Live" clId="Web-{17A3F8B8-9586-49AA-9BA6-2030F4966806}" dt="2021-02-23T18:09:38.789" v="183" actId="20577"/>
        <pc:sldMkLst>
          <pc:docMk/>
          <pc:sldMk cId="1142469904" sldId="415"/>
        </pc:sldMkLst>
        <pc:spChg chg="mod">
          <ac:chgData name="曹 昱維" userId="611d57ab1da5f08a" providerId="Windows Live" clId="Web-{17A3F8B8-9586-49AA-9BA6-2030F4966806}" dt="2021-02-23T16:46:58.365" v="19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17A3F8B8-9586-49AA-9BA6-2030F4966806}" dt="2021-02-23T18:09:38.789" v="183" actId="20577"/>
          <ac:spMkLst>
            <pc:docMk/>
            <pc:sldMk cId="1142469904" sldId="415"/>
            <ac:spMk id="5" creationId="{C36D046E-31BA-4E65-9370-6ACBCD291D8C}"/>
          </ac:spMkLst>
        </pc:spChg>
        <pc:picChg chg="del mod">
          <ac:chgData name="曹 昱維" userId="611d57ab1da5f08a" providerId="Windows Live" clId="Web-{17A3F8B8-9586-49AA-9BA6-2030F4966806}" dt="2021-02-23T17:48:29.666" v="144"/>
          <ac:picMkLst>
            <pc:docMk/>
            <pc:sldMk cId="1142469904" sldId="415"/>
            <ac:picMk id="3" creationId="{58072186-A8E6-4990-A126-5DD7D6B53C55}"/>
          </ac:picMkLst>
        </pc:picChg>
      </pc:sldChg>
      <pc:sldChg chg="addSp delSp modSp">
        <pc:chgData name="曹 昱維" userId="611d57ab1da5f08a" providerId="Windows Live" clId="Web-{17A3F8B8-9586-49AA-9BA6-2030F4966806}" dt="2021-02-23T18:10:32.524" v="196" actId="1076"/>
        <pc:sldMkLst>
          <pc:docMk/>
          <pc:sldMk cId="727191407" sldId="416"/>
        </pc:sldMkLst>
        <pc:spChg chg="mod">
          <ac:chgData name="曹 昱維" userId="611d57ab1da5f08a" providerId="Windows Live" clId="Web-{17A3F8B8-9586-49AA-9BA6-2030F4966806}" dt="2021-02-23T18:09:56.133" v="188" actId="20577"/>
          <ac:spMkLst>
            <pc:docMk/>
            <pc:sldMk cId="727191407" sldId="416"/>
            <ac:spMk id="2" creationId="{6476B7A2-C859-4B36-A3C9-1FD50872ADF4}"/>
          </ac:spMkLst>
        </pc:spChg>
        <pc:spChg chg="add mod">
          <ac:chgData name="曹 昱維" userId="611d57ab1da5f08a" providerId="Windows Live" clId="Web-{17A3F8B8-9586-49AA-9BA6-2030F4966806}" dt="2021-02-23T18:10:32.524" v="196" actId="1076"/>
          <ac:spMkLst>
            <pc:docMk/>
            <pc:sldMk cId="727191407" sldId="416"/>
            <ac:spMk id="3" creationId="{66054DA7-CC44-4608-A55E-6D3A100F79DD}"/>
          </ac:spMkLst>
        </pc:spChg>
        <pc:spChg chg="mod">
          <ac:chgData name="曹 昱維" userId="611d57ab1da5f08a" providerId="Windows Live" clId="Web-{17A3F8B8-9586-49AA-9BA6-2030F4966806}" dt="2021-02-23T18:09:11.538" v="177" actId="20577"/>
          <ac:spMkLst>
            <pc:docMk/>
            <pc:sldMk cId="727191407" sldId="416"/>
            <ac:spMk id="5" creationId="{C36D046E-31BA-4E65-9370-6ACBCD291D8C}"/>
          </ac:spMkLst>
        </pc:spChg>
        <pc:picChg chg="del mod">
          <ac:chgData name="曹 昱維" userId="611d57ab1da5f08a" providerId="Windows Live" clId="Web-{17A3F8B8-9586-49AA-9BA6-2030F4966806}" dt="2021-02-23T18:01:25.028" v="149"/>
          <ac:picMkLst>
            <pc:docMk/>
            <pc:sldMk cId="727191407" sldId="416"/>
            <ac:picMk id="4" creationId="{3AE0CB7B-D58B-4946-B95C-B5C75CA78D45}"/>
          </ac:picMkLst>
        </pc:picChg>
      </pc:sldChg>
      <pc:sldChg chg="del">
        <pc:chgData name="曹 昱維" userId="611d57ab1da5f08a" providerId="Windows Live" clId="Web-{17A3F8B8-9586-49AA-9BA6-2030F4966806}" dt="2021-02-23T18:09:16.429" v="179"/>
        <pc:sldMkLst>
          <pc:docMk/>
          <pc:sldMk cId="2621866127" sldId="417"/>
        </pc:sldMkLst>
      </pc:sldChg>
      <pc:sldChg chg="del">
        <pc:chgData name="曹 昱維" userId="611d57ab1da5f08a" providerId="Windows Live" clId="Web-{17A3F8B8-9586-49AA-9BA6-2030F4966806}" dt="2021-02-23T18:09:16.429" v="178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DE16F67C-512D-4D02-B22F-8995EEC04574}"/>
    <pc:docChg chg="addSld delSld modSld sldOrd">
      <pc:chgData name="曹 昱維" userId="611d57ab1da5f08a" providerId="Windows Live" clId="Web-{DE16F67C-512D-4D02-B22F-8995EEC04574}" dt="2021-02-20T17:58:51.866" v="277" actId="14100"/>
      <pc:docMkLst>
        <pc:docMk/>
      </pc:docMkLst>
      <pc:sldChg chg="modSp">
        <pc:chgData name="曹 昱維" userId="611d57ab1da5f08a" providerId="Windows Live" clId="Web-{DE16F67C-512D-4D02-B22F-8995EEC04574}" dt="2021-02-20T16:45:38.002" v="8" actId="20577"/>
        <pc:sldMkLst>
          <pc:docMk/>
          <pc:sldMk cId="2071263905" sldId="331"/>
        </pc:sldMkLst>
        <pc:spChg chg="mod">
          <ac:chgData name="曹 昱維" userId="611d57ab1da5f08a" providerId="Windows Live" clId="Web-{DE16F67C-512D-4D02-B22F-8995EEC04574}" dt="2021-02-20T16:45:38.002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DE16F67C-512D-4D02-B22F-8995EEC04574}" dt="2021-02-20T16:38:51.221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 mod modClrScheme chgLayout">
        <pc:chgData name="曹 昱維" userId="611d57ab1da5f08a" providerId="Windows Live" clId="Web-{DE16F67C-512D-4D02-B22F-8995EEC04574}" dt="2021-02-20T16:53:42.705" v="41" actId="20577"/>
        <pc:sldMkLst>
          <pc:docMk/>
          <pc:sldMk cId="479450028" sldId="399"/>
        </pc:sldMkLst>
        <pc:spChg chg="mod ord">
          <ac:chgData name="曹 昱維" userId="611d57ab1da5f08a" providerId="Windows Live" clId="Web-{DE16F67C-512D-4D02-B22F-8995EEC04574}" dt="2021-02-20T16:50:54.669" v="23" actId="20577"/>
          <ac:spMkLst>
            <pc:docMk/>
            <pc:sldMk cId="479450028" sldId="399"/>
            <ac:spMk id="2" creationId="{6476B7A2-C859-4B36-A3C9-1FD50872ADF4}"/>
          </ac:spMkLst>
        </pc:spChg>
        <pc:spChg chg="add mod ord">
          <ac:chgData name="曹 昱維" userId="611d57ab1da5f08a" providerId="Windows Live" clId="Web-{DE16F67C-512D-4D02-B22F-8995EEC04574}" dt="2021-02-20T16:53:42.705" v="41" actId="20577"/>
          <ac:spMkLst>
            <pc:docMk/>
            <pc:sldMk cId="479450028" sldId="399"/>
            <ac:spMk id="4" creationId="{0BE79371-9F01-4287-820D-B77AAA2F0880}"/>
          </ac:spMkLst>
        </pc:spChg>
        <pc:spChg chg="add del mod ord">
          <ac:chgData name="曹 昱維" userId="611d57ab1da5f08a" providerId="Windows Live" clId="Web-{DE16F67C-512D-4D02-B22F-8995EEC04574}" dt="2021-02-20T16:50:11.324" v="10"/>
          <ac:spMkLst>
            <pc:docMk/>
            <pc:sldMk cId="479450028" sldId="399"/>
            <ac:spMk id="5" creationId="{43F693AA-C3D5-470F-B587-633D832B49CE}"/>
          </ac:spMkLst>
        </pc:spChg>
        <pc:spChg chg="del mod">
          <ac:chgData name="曹 昱維" userId="611d57ab1da5f08a" providerId="Windows Live" clId="Web-{DE16F67C-512D-4D02-B22F-8995EEC04574}" dt="2021-02-20T16:50:15.105" v="13"/>
          <ac:spMkLst>
            <pc:docMk/>
            <pc:sldMk cId="479450028" sldId="399"/>
            <ac:spMk id="12" creationId="{86774D70-246A-48AB-8731-3BAF91BC106E}"/>
          </ac:spMkLst>
        </pc:spChg>
        <pc:picChg chg="del">
          <ac:chgData name="曹 昱維" userId="611d57ab1da5f08a" providerId="Windows Live" clId="Web-{DE16F67C-512D-4D02-B22F-8995EEC04574}" dt="2021-02-20T16:50:12.605" v="11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 ord">
        <pc:chgData name="曹 昱維" userId="611d57ab1da5f08a" providerId="Windows Live" clId="Web-{DE16F67C-512D-4D02-B22F-8995EEC04574}" dt="2021-02-20T17:53:01.461" v="217" actId="14100"/>
        <pc:sldMkLst>
          <pc:docMk/>
          <pc:sldMk cId="731008719" sldId="400"/>
        </pc:sldMkLst>
        <pc:spChg chg="mod">
          <ac:chgData name="曹 昱維" userId="611d57ab1da5f08a" providerId="Windows Live" clId="Web-{DE16F67C-512D-4D02-B22F-8995EEC04574}" dt="2021-02-20T17:51:44.225" v="196" actId="20577"/>
          <ac:spMkLst>
            <pc:docMk/>
            <pc:sldMk cId="731008719" sldId="400"/>
            <ac:spMk id="2" creationId="{587D79D1-2D8D-4153-997D-65E5A6F6BC47}"/>
          </ac:spMkLst>
        </pc:spChg>
        <pc:spChg chg="add mod">
          <ac:chgData name="曹 昱維" userId="611d57ab1da5f08a" providerId="Windows Live" clId="Web-{DE16F67C-512D-4D02-B22F-8995EEC04574}" dt="2021-02-20T17:52:49.961" v="213" actId="14100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DE16F67C-512D-4D02-B22F-8995EEC04574}" dt="2021-02-20T17:52:20.601" v="202"/>
          <ac:spMkLst>
            <pc:docMk/>
            <pc:sldMk cId="731008719" sldId="400"/>
            <ac:spMk id="5" creationId="{21B887D9-FE47-44EE-AC3C-ADEA3201E55D}"/>
          </ac:spMkLst>
        </pc:spChg>
        <pc:spChg chg="del">
          <ac:chgData name="曹 昱維" userId="611d57ab1da5f08a" providerId="Windows Live" clId="Web-{DE16F67C-512D-4D02-B22F-8995EEC04574}" dt="2021-02-20T17:00:42.780" v="48"/>
          <ac:spMkLst>
            <pc:docMk/>
            <pc:sldMk cId="731008719" sldId="400"/>
            <ac:spMk id="8" creationId="{59A512D9-2474-42CE-87AF-527DE1393025}"/>
          </ac:spMkLst>
        </pc:spChg>
        <pc:spChg chg="add mod">
          <ac:chgData name="曹 昱維" userId="611d57ab1da5f08a" providerId="Windows Live" clId="Web-{DE16F67C-512D-4D02-B22F-8995EEC04574}" dt="2021-02-20T17:03:04.272" v="64" actId="14100"/>
          <ac:spMkLst>
            <pc:docMk/>
            <pc:sldMk cId="731008719" sldId="400"/>
            <ac:spMk id="9" creationId="{A4F50018-20E2-47FD-A4AA-656D607D5297}"/>
          </ac:spMkLst>
        </pc:spChg>
        <pc:spChg chg="add mod">
          <ac:chgData name="曹 昱維" userId="611d57ab1da5f08a" providerId="Windows Live" clId="Web-{DE16F67C-512D-4D02-B22F-8995EEC04574}" dt="2021-02-20T17:03:11.897" v="67" actId="14100"/>
          <ac:spMkLst>
            <pc:docMk/>
            <pc:sldMk cId="731008719" sldId="400"/>
            <ac:spMk id="10" creationId="{DBDCDE2C-B041-466D-90F1-988B343BF9DC}"/>
          </ac:spMkLst>
        </pc:spChg>
        <pc:spChg chg="add mod">
          <ac:chgData name="曹 昱維" userId="611d57ab1da5f08a" providerId="Windows Live" clId="Web-{DE16F67C-512D-4D02-B22F-8995EEC04574}" dt="2021-02-20T17:10:17.014" v="118" actId="1076"/>
          <ac:spMkLst>
            <pc:docMk/>
            <pc:sldMk cId="731008719" sldId="400"/>
            <ac:spMk id="14" creationId="{F976263B-19CF-4BCE-8844-DA4CBD7D4FE7}"/>
          </ac:spMkLst>
        </pc:spChg>
        <pc:spChg chg="add mod">
          <ac:chgData name="曹 昱維" userId="611d57ab1da5f08a" providerId="Windows Live" clId="Web-{DE16F67C-512D-4D02-B22F-8995EEC04574}" dt="2021-02-20T17:10:23.327" v="121" actId="20577"/>
          <ac:spMkLst>
            <pc:docMk/>
            <pc:sldMk cId="731008719" sldId="400"/>
            <ac:spMk id="15" creationId="{9D195287-2577-4BD1-869F-A4C7176D471A}"/>
          </ac:spMkLst>
        </pc:spChg>
        <pc:spChg chg="add mod">
          <ac:chgData name="曹 昱維" userId="611d57ab1da5f08a" providerId="Windows Live" clId="Web-{DE16F67C-512D-4D02-B22F-8995EEC04574}" dt="2021-02-20T17:53:01.461" v="217" actId="14100"/>
          <ac:spMkLst>
            <pc:docMk/>
            <pc:sldMk cId="731008719" sldId="400"/>
            <ac:spMk id="18" creationId="{083D9BD5-FE01-4CA7-835B-EF10F5E03A7A}"/>
          </ac:spMkLst>
        </pc:spChg>
        <pc:grpChg chg="del">
          <ac:chgData name="曹 昱維" userId="611d57ab1da5f08a" providerId="Windows Live" clId="Web-{DE16F67C-512D-4D02-B22F-8995EEC04574}" dt="2021-02-20T17:00:47.811" v="49"/>
          <ac:grpSpMkLst>
            <pc:docMk/>
            <pc:sldMk cId="731008719" sldId="400"/>
            <ac:grpSpMk id="6" creationId="{61538813-6400-4B0C-A843-4DE6A9B01C16}"/>
          </ac:grpSpMkLst>
        </pc:grpChg>
        <pc:grpChg chg="add del mod">
          <ac:chgData name="曹 昱維" userId="611d57ab1da5f08a" providerId="Windows Live" clId="Web-{DE16F67C-512D-4D02-B22F-8995EEC04574}" dt="2021-02-20T17:51:33.850" v="189"/>
          <ac:grpSpMkLst>
            <pc:docMk/>
            <pc:sldMk cId="731008719" sldId="400"/>
            <ac:grpSpMk id="11" creationId="{02C24B83-8A68-48ED-AEBD-A13E0CC619F8}"/>
          </ac:grpSpMkLst>
        </pc:grpChg>
        <pc:grpChg chg="add del">
          <ac:chgData name="曹 昱維" userId="611d57ab1da5f08a" providerId="Windows Live" clId="Web-{DE16F67C-512D-4D02-B22F-8995EEC04574}" dt="2021-02-20T17:51:33.850" v="187"/>
          <ac:grpSpMkLst>
            <pc:docMk/>
            <pc:sldMk cId="731008719" sldId="400"/>
            <ac:grpSpMk id="16" creationId="{555F9E93-EB39-4632-A329-A756A6B5E01B}"/>
          </ac:grpSpMkLst>
        </pc:grpChg>
        <pc:grpChg chg="add del">
          <ac:chgData name="曹 昱維" userId="611d57ab1da5f08a" providerId="Windows Live" clId="Web-{DE16F67C-512D-4D02-B22F-8995EEC04574}" dt="2021-02-20T17:51:33.850" v="188"/>
          <ac:grpSpMkLst>
            <pc:docMk/>
            <pc:sldMk cId="731008719" sldId="400"/>
            <ac:grpSpMk id="17" creationId="{66629A9C-3EED-4D87-8317-A51133591474}"/>
          </ac:grpSpMkLst>
        </pc:grpChg>
        <pc:picChg chg="add mod">
          <ac:chgData name="曹 昱維" userId="611d57ab1da5f08a" providerId="Windows Live" clId="Web-{DE16F67C-512D-4D02-B22F-8995EEC04574}" dt="2021-02-20T17:52:35.398" v="208" actId="1076"/>
          <ac:picMkLst>
            <pc:docMk/>
            <pc:sldMk cId="731008719" sldId="400"/>
            <ac:picMk id="3" creationId="{5DEA7ADF-6CEA-4E00-8D1B-7F275A5CC59A}"/>
          </ac:picMkLst>
        </pc:picChg>
        <pc:picChg chg="add del mod">
          <ac:chgData name="曹 昱維" userId="611d57ab1da5f08a" providerId="Windows Live" clId="Web-{DE16F67C-512D-4D02-B22F-8995EEC04574}" dt="2021-02-20T17:02:14.985" v="53"/>
          <ac:picMkLst>
            <pc:docMk/>
            <pc:sldMk cId="731008719" sldId="400"/>
            <ac:picMk id="4" creationId="{FB3CCE43-A948-4E56-8779-BD01749BA9EF}"/>
          </ac:picMkLst>
        </pc:picChg>
        <pc:picChg chg="add mod">
          <ac:chgData name="曹 昱維" userId="611d57ab1da5f08a" providerId="Windows Live" clId="Web-{DE16F67C-512D-4D02-B22F-8995EEC04574}" dt="2021-02-20T17:09:39.137" v="101"/>
          <ac:picMkLst>
            <pc:docMk/>
            <pc:sldMk cId="731008719" sldId="400"/>
            <ac:picMk id="7" creationId="{5046ABC1-22E1-4973-8602-C32B6A5EAAC2}"/>
          </ac:picMkLst>
        </pc:picChg>
        <pc:picChg chg="add mod">
          <ac:chgData name="曹 昱維" userId="611d57ab1da5f08a" providerId="Windows Live" clId="Web-{DE16F67C-512D-4D02-B22F-8995EEC04574}" dt="2021-02-20T17:09:50.512" v="105" actId="1076"/>
          <ac:picMkLst>
            <pc:docMk/>
            <pc:sldMk cId="731008719" sldId="400"/>
            <ac:picMk id="12" creationId="{BB949522-643F-40D2-8634-F9FBFDB4C0F5}"/>
          </ac:picMkLst>
        </pc:picChg>
        <pc:picChg chg="add mod">
          <ac:chgData name="曹 昱維" userId="611d57ab1da5f08a" providerId="Windows Live" clId="Web-{DE16F67C-512D-4D02-B22F-8995EEC04574}" dt="2021-02-20T17:09:57.684" v="108" actId="1076"/>
          <ac:picMkLst>
            <pc:docMk/>
            <pc:sldMk cId="731008719" sldId="400"/>
            <ac:picMk id="13" creationId="{132512A4-5178-491B-BE20-9106059EE550}"/>
          </ac:picMkLst>
        </pc:picChg>
      </pc:sldChg>
      <pc:sldChg chg="addSp delSp modSp">
        <pc:chgData name="曹 昱維" userId="611d57ab1da5f08a" providerId="Windows Live" clId="Web-{DE16F67C-512D-4D02-B22F-8995EEC04574}" dt="2021-02-20T17:30:30.546" v="156" actId="14100"/>
        <pc:sldMkLst>
          <pc:docMk/>
          <pc:sldMk cId="2793615648" sldId="401"/>
        </pc:sldMkLst>
        <pc:spChg chg="mod">
          <ac:chgData name="曹 昱維" userId="611d57ab1da5f08a" providerId="Windows Live" clId="Web-{DE16F67C-512D-4D02-B22F-8995EEC04574}" dt="2021-02-20T17:27:34.109" v="133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30:08.326" v="150" actId="14100"/>
          <ac:spMkLst>
            <pc:docMk/>
            <pc:sldMk cId="2793615648" sldId="401"/>
            <ac:spMk id="5" creationId="{98EF9CE3-56A9-4801-8DD5-0A8AA5951927}"/>
          </ac:spMkLst>
        </pc:spChg>
        <pc:spChg chg="add mod">
          <ac:chgData name="曹 昱維" userId="611d57ab1da5f08a" providerId="Windows Live" clId="Web-{DE16F67C-512D-4D02-B22F-8995EEC04574}" dt="2021-02-20T17:30:30.546" v="156" actId="14100"/>
          <ac:spMkLst>
            <pc:docMk/>
            <pc:sldMk cId="2793615648" sldId="401"/>
            <ac:spMk id="7" creationId="{770784FF-C38F-40B0-BC55-9E38DB5BF398}"/>
          </ac:spMkLst>
        </pc:spChg>
        <pc:spChg chg="del">
          <ac:chgData name="曹 昱維" userId="611d57ab1da5f08a" providerId="Windows Live" clId="Web-{DE16F67C-512D-4D02-B22F-8995EEC04574}" dt="2021-02-20T17:27:38.453" v="134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DE16F67C-512D-4D02-B22F-8995EEC04574}" dt="2021-02-20T17:29:39.013" v="142" actId="1076"/>
          <ac:picMkLst>
            <pc:docMk/>
            <pc:sldMk cId="2793615648" sldId="401"/>
            <ac:picMk id="3" creationId="{07DB1EEA-8E38-4621-B1C3-C246D14496C0}"/>
          </ac:picMkLst>
        </pc:picChg>
        <pc:picChg chg="del">
          <ac:chgData name="曹 昱維" userId="611d57ab1da5f08a" providerId="Windows Live" clId="Web-{DE16F67C-512D-4D02-B22F-8995EEC04574}" dt="2021-02-20T17:27:39.875" v="135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mod modClrScheme chgLayout">
        <pc:chgData name="曹 昱維" userId="611d57ab1da5f08a" providerId="Windows Live" clId="Web-{DE16F67C-512D-4D02-B22F-8995EEC04574}" dt="2021-02-20T17:50:35.817" v="184" actId="14100"/>
        <pc:sldMkLst>
          <pc:docMk/>
          <pc:sldMk cId="1765932360" sldId="402"/>
        </pc:sldMkLst>
        <pc:spChg chg="mod">
          <ac:chgData name="曹 昱維" userId="611d57ab1da5f08a" providerId="Windows Live" clId="Web-{DE16F67C-512D-4D02-B22F-8995EEC04574}" dt="2021-02-20T17:50:00.410" v="172"/>
          <ac:spMkLst>
            <pc:docMk/>
            <pc:sldMk cId="1765932360" sldId="402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49:52.238" v="168"/>
          <ac:spMkLst>
            <pc:docMk/>
            <pc:sldMk cId="1765932360" sldId="402"/>
            <ac:spMk id="4" creationId="{028A8B01-C8C2-4834-8289-1316C44079E0}"/>
          </ac:spMkLst>
        </pc:spChg>
        <pc:spChg chg="add del mod">
          <ac:chgData name="曹 昱維" userId="611d57ab1da5f08a" providerId="Windows Live" clId="Web-{DE16F67C-512D-4D02-B22F-8995EEC04574}" dt="2021-02-20T17:49:53.363" v="169"/>
          <ac:spMkLst>
            <pc:docMk/>
            <pc:sldMk cId="1765932360" sldId="402"/>
            <ac:spMk id="6" creationId="{E6DAAE69-F33F-4C80-90D4-56FD6059CEC8}"/>
          </ac:spMkLst>
        </pc:spChg>
        <pc:spChg chg="add mod">
          <ac:chgData name="曹 昱維" userId="611d57ab1da5f08a" providerId="Windows Live" clId="Web-{DE16F67C-512D-4D02-B22F-8995EEC04574}" dt="2021-02-20T17:50:25.379" v="180" actId="1076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DE16F67C-512D-4D02-B22F-8995EEC04574}" dt="2021-02-20T17:47:33.512" v="167"/>
          <ac:spMkLst>
            <pc:docMk/>
            <pc:sldMk cId="1765932360" sldId="402"/>
            <ac:spMk id="10" creationId="{E02915EA-6739-44A2-9756-50272A650B80}"/>
          </ac:spMkLst>
        </pc:spChg>
        <pc:spChg chg="del">
          <ac:chgData name="曹 昱維" userId="611d57ab1da5f08a" providerId="Windows Live" clId="Web-{DE16F67C-512D-4D02-B22F-8995EEC04574}" dt="2021-02-20T17:47:33.449" v="166"/>
          <ac:spMkLst>
            <pc:docMk/>
            <pc:sldMk cId="1765932360" sldId="402"/>
            <ac:spMk id="11" creationId="{8433CF2C-6983-45B3-A568-8352114D610F}"/>
          </ac:spMkLst>
        </pc:spChg>
        <pc:spChg chg="del">
          <ac:chgData name="曹 昱維" userId="611d57ab1da5f08a" providerId="Windows Live" clId="Web-{DE16F67C-512D-4D02-B22F-8995EEC04574}" dt="2021-02-20T17:47:33.387" v="163"/>
          <ac:spMkLst>
            <pc:docMk/>
            <pc:sldMk cId="1765932360" sldId="402"/>
            <ac:spMk id="14" creationId="{B5F1DEA4-CF84-4624-BA65-6C6FB19A23F8}"/>
          </ac:spMkLst>
        </pc:spChg>
        <pc:spChg chg="add mod">
          <ac:chgData name="曹 昱維" userId="611d57ab1da5f08a" providerId="Windows Live" clId="Web-{DE16F67C-512D-4D02-B22F-8995EEC04574}" dt="2021-02-20T17:50:35.817" v="184" actId="1410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DE16F67C-512D-4D02-B22F-8995EEC04574}" dt="2021-02-20T17:50:00.410" v="172"/>
          <ac:picMkLst>
            <pc:docMk/>
            <pc:sldMk cId="1765932360" sldId="402"/>
            <ac:picMk id="7" creationId="{C63FCEF0-FD1D-4A13-AF0C-BAA1A2D6BC79}"/>
          </ac:picMkLst>
        </pc:picChg>
        <pc:picChg chg="del">
          <ac:chgData name="曹 昱維" userId="611d57ab1da5f08a" providerId="Windows Live" clId="Web-{DE16F67C-512D-4D02-B22F-8995EEC04574}" dt="2021-02-20T17:47:33.387" v="165"/>
          <ac:picMkLst>
            <pc:docMk/>
            <pc:sldMk cId="1765932360" sldId="402"/>
            <ac:picMk id="12" creationId="{67A2DD02-C9E9-495A-B842-2F83AF94E9A5}"/>
          </ac:picMkLst>
        </pc:picChg>
        <pc:picChg chg="del">
          <ac:chgData name="曹 昱維" userId="611d57ab1da5f08a" providerId="Windows Live" clId="Web-{DE16F67C-512D-4D02-B22F-8995EEC04574}" dt="2021-02-20T17:47:33.387" v="164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">
        <pc:chgData name="曹 昱維" userId="611d57ab1da5f08a" providerId="Windows Live" clId="Web-{DE16F67C-512D-4D02-B22F-8995EEC04574}" dt="2021-02-20T17:55:52.904" v="249" actId="14100"/>
        <pc:sldMkLst>
          <pc:docMk/>
          <pc:sldMk cId="1518544506" sldId="403"/>
        </pc:sldMkLst>
        <pc:spChg chg="mod">
          <ac:chgData name="曹 昱維" userId="611d57ab1da5f08a" providerId="Windows Live" clId="Web-{DE16F67C-512D-4D02-B22F-8995EEC04574}" dt="2021-02-20T17:54:22.277" v="23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55:05.903" v="234"/>
          <ac:spMkLst>
            <pc:docMk/>
            <pc:sldMk cId="1518544506" sldId="403"/>
            <ac:spMk id="4" creationId="{1C2E3C6B-9F31-420D-8885-2338B4748695}"/>
          </ac:spMkLst>
        </pc:spChg>
        <pc:spChg chg="del">
          <ac:chgData name="曹 昱維" userId="611d57ab1da5f08a" providerId="Windows Live" clId="Web-{DE16F67C-512D-4D02-B22F-8995EEC04574}" dt="2021-02-20T17:54:26.605" v="233"/>
          <ac:spMkLst>
            <pc:docMk/>
            <pc:sldMk cId="1518544506" sldId="403"/>
            <ac:spMk id="6" creationId="{FEF97EE1-839A-4367-9BE5-064DDF4F240D}"/>
          </ac:spMkLst>
        </pc:spChg>
        <pc:spChg chg="add mod">
          <ac:chgData name="曹 昱維" userId="611d57ab1da5f08a" providerId="Windows Live" clId="Web-{DE16F67C-512D-4D02-B22F-8995EEC04574}" dt="2021-02-20T17:55:41.779" v="246" actId="14100"/>
          <ac:spMkLst>
            <pc:docMk/>
            <pc:sldMk cId="1518544506" sldId="403"/>
            <ac:spMk id="8" creationId="{67415500-DADE-4749-ADAD-7BC4F93A31FB}"/>
          </ac:spMkLst>
        </pc:spChg>
        <pc:spChg chg="add mod">
          <ac:chgData name="曹 昱維" userId="611d57ab1da5f08a" providerId="Windows Live" clId="Web-{DE16F67C-512D-4D02-B22F-8995EEC04574}" dt="2021-02-20T17:55:52.904" v="249" actId="14100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5:16.278" v="237" actId="14100"/>
          <ac:picMkLst>
            <pc:docMk/>
            <pc:sldMk cId="1518544506" sldId="403"/>
            <ac:picMk id="5" creationId="{2B1E338D-58EA-4591-896F-3AFD85C7CB01}"/>
          </ac:picMkLst>
        </pc:picChg>
        <pc:picChg chg="del">
          <ac:chgData name="曹 昱維" userId="611d57ab1da5f08a" providerId="Windows Live" clId="Web-{DE16F67C-512D-4D02-B22F-8995EEC04574}" dt="2021-02-20T17:54:26.542" v="232"/>
          <ac:picMkLst>
            <pc:docMk/>
            <pc:sldMk cId="1518544506" sldId="403"/>
            <ac:picMk id="7" creationId="{972C28B2-EBEB-4913-9FCD-97EA9CE3256E}"/>
          </ac:picMkLst>
        </pc:picChg>
      </pc:sldChg>
      <pc:sldChg chg="del">
        <pc:chgData name="曹 昱維" userId="611d57ab1da5f08a" providerId="Windows Live" clId="Web-{DE16F67C-512D-4D02-B22F-8995EEC04574}" dt="2021-02-20T17:53:18.493" v="224"/>
        <pc:sldMkLst>
          <pc:docMk/>
          <pc:sldMk cId="3011707870" sldId="404"/>
        </pc:sldMkLst>
      </pc:sldChg>
      <pc:sldChg chg="del">
        <pc:chgData name="曹 昱維" userId="611d57ab1da5f08a" providerId="Windows Live" clId="Web-{DE16F67C-512D-4D02-B22F-8995EEC04574}" dt="2021-02-20T17:53:18.493" v="223"/>
        <pc:sldMkLst>
          <pc:docMk/>
          <pc:sldMk cId="1714743771" sldId="405"/>
        </pc:sldMkLst>
      </pc:sldChg>
      <pc:sldChg chg="del">
        <pc:chgData name="曹 昱維" userId="611d57ab1da5f08a" providerId="Windows Live" clId="Web-{DE16F67C-512D-4D02-B22F-8995EEC04574}" dt="2021-02-20T17:53:18.493" v="222"/>
        <pc:sldMkLst>
          <pc:docMk/>
          <pc:sldMk cId="996076646" sldId="406"/>
        </pc:sldMkLst>
      </pc:sldChg>
      <pc:sldChg chg="del">
        <pc:chgData name="曹 昱維" userId="611d57ab1da5f08a" providerId="Windows Live" clId="Web-{DE16F67C-512D-4D02-B22F-8995EEC04574}" dt="2021-02-20T17:53:18.493" v="221"/>
        <pc:sldMkLst>
          <pc:docMk/>
          <pc:sldMk cId="3230357714" sldId="407"/>
        </pc:sldMkLst>
      </pc:sldChg>
      <pc:sldChg chg="del">
        <pc:chgData name="曹 昱維" userId="611d57ab1da5f08a" providerId="Windows Live" clId="Web-{DE16F67C-512D-4D02-B22F-8995EEC04574}" dt="2021-02-20T17:53:18.493" v="220"/>
        <pc:sldMkLst>
          <pc:docMk/>
          <pc:sldMk cId="2142289224" sldId="408"/>
        </pc:sldMkLst>
      </pc:sldChg>
      <pc:sldChg chg="del">
        <pc:chgData name="曹 昱維" userId="611d57ab1da5f08a" providerId="Windows Live" clId="Web-{DE16F67C-512D-4D02-B22F-8995EEC04574}" dt="2021-02-20T17:53:18.493" v="219"/>
        <pc:sldMkLst>
          <pc:docMk/>
          <pc:sldMk cId="1727537524" sldId="409"/>
        </pc:sldMkLst>
      </pc:sldChg>
      <pc:sldChg chg="del">
        <pc:chgData name="曹 昱維" userId="611d57ab1da5f08a" providerId="Windows Live" clId="Web-{DE16F67C-512D-4D02-B22F-8995EEC04574}" dt="2021-02-20T17:53:18.493" v="218"/>
        <pc:sldMkLst>
          <pc:docMk/>
          <pc:sldMk cId="10063616" sldId="410"/>
        </pc:sldMkLst>
      </pc:sldChg>
      <pc:sldChg chg="add replId">
        <pc:chgData name="曹 昱維" userId="611d57ab1da5f08a" providerId="Windows Live" clId="Web-{DE16F67C-512D-4D02-B22F-8995EEC04574}" dt="2021-02-20T17:50:48.130" v="185"/>
        <pc:sldMkLst>
          <pc:docMk/>
          <pc:sldMk cId="1766846931" sldId="411"/>
        </pc:sldMkLst>
      </pc:sldChg>
      <pc:sldChg chg="addSp delSp modSp add mod replId modClrScheme chgLayout">
        <pc:chgData name="曹 昱維" userId="611d57ab1da5f08a" providerId="Windows Live" clId="Web-{DE16F67C-512D-4D02-B22F-8995EEC04574}" dt="2021-02-20T17:58:51.866" v="277" actId="14100"/>
        <pc:sldMkLst>
          <pc:docMk/>
          <pc:sldMk cId="3509932495" sldId="412"/>
        </pc:sldMkLst>
        <pc:spChg chg="mod">
          <ac:chgData name="曹 昱維" userId="611d57ab1da5f08a" providerId="Windows Live" clId="Web-{DE16F67C-512D-4D02-B22F-8995EEC04574}" dt="2021-02-20T17:58:02.143" v="266"/>
          <ac:spMkLst>
            <pc:docMk/>
            <pc:sldMk cId="3509932495" sldId="412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58:23.864" v="270" actId="1076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DE16F67C-512D-4D02-B22F-8995EEC04574}" dt="2021-02-20T17:58:51.866" v="277" actId="14100"/>
          <ac:spMkLst>
            <pc:docMk/>
            <pc:sldMk cId="3509932495" sldId="412"/>
            <ac:spMk id="6" creationId="{EFFB895B-435A-44D3-9717-70F546ABDA9B}"/>
          </ac:spMkLst>
        </pc:spChg>
        <pc:spChg chg="del">
          <ac:chgData name="曹 昱維" userId="611d57ab1da5f08a" providerId="Windows Live" clId="Web-{DE16F67C-512D-4D02-B22F-8995EEC04574}" dt="2021-02-20T17:56:40.110" v="259"/>
          <ac:spMkLst>
            <pc:docMk/>
            <pc:sldMk cId="3509932495" sldId="412"/>
            <ac:spMk id="8" creationId="{67415500-DADE-4749-ADAD-7BC4F93A31FB}"/>
          </ac:spMkLst>
        </pc:spChg>
        <pc:spChg chg="del">
          <ac:chgData name="曹 昱維" userId="611d57ab1da5f08a" providerId="Windows Live" clId="Web-{DE16F67C-512D-4D02-B22F-8995EEC04574}" dt="2021-02-20T17:56:41.578" v="260"/>
          <ac:spMkLst>
            <pc:docMk/>
            <pc:sldMk cId="3509932495" sldId="412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8:09.534" v="267" actId="1076"/>
          <ac:picMkLst>
            <pc:docMk/>
            <pc:sldMk cId="3509932495" sldId="412"/>
            <ac:picMk id="3" creationId="{9CC3B7B0-8432-4E6F-A487-8817AE8B9350}"/>
          </ac:picMkLst>
        </pc:picChg>
        <pc:picChg chg="del">
          <ac:chgData name="曹 昱維" userId="611d57ab1da5f08a" providerId="Windows Live" clId="Web-{DE16F67C-512D-4D02-B22F-8995EEC04574}" dt="2021-02-20T17:56:35.609" v="258"/>
          <ac:picMkLst>
            <pc:docMk/>
            <pc:sldMk cId="3509932495" sldId="412"/>
            <ac:picMk id="5" creationId="{2B1E338D-58EA-4591-896F-3AFD85C7CB01}"/>
          </ac:picMkLst>
        </pc:picChg>
      </pc:sldChg>
      <pc:sldChg chg="add del replId">
        <pc:chgData name="曹 昱維" userId="611d57ab1da5f08a" providerId="Windows Live" clId="Web-{DE16F67C-512D-4D02-B22F-8995EEC04574}" dt="2021-02-20T17:56:49.016" v="263"/>
        <pc:sldMkLst>
          <pc:docMk/>
          <pc:sldMk cId="2112653141" sldId="413"/>
        </pc:sldMkLst>
      </pc:sldChg>
    </pc:docChg>
  </pc:docChgLst>
  <pc:docChgLst>
    <pc:chgData name="曹 昱維" userId="611d57ab1da5f08a" providerId="Windows Live" clId="Web-{2662DA91-1EEF-4CF7-98AA-9A13081B02FC}"/>
    <pc:docChg chg="addSld modSld sldOrd">
      <pc:chgData name="曹 昱維" userId="611d57ab1da5f08a" providerId="Windows Live" clId="Web-{2662DA91-1EEF-4CF7-98AA-9A13081B02FC}" dt="2021-02-21T15:10:05.882" v="427" actId="1076"/>
      <pc:docMkLst>
        <pc:docMk/>
      </pc:docMkLst>
      <pc:sldChg chg="modSp">
        <pc:chgData name="曹 昱維" userId="611d57ab1da5f08a" providerId="Windows Live" clId="Web-{2662DA91-1EEF-4CF7-98AA-9A13081B02FC}" dt="2021-02-21T09:01:26.253" v="92" actId="20577"/>
        <pc:sldMkLst>
          <pc:docMk/>
          <pc:sldMk cId="479450028" sldId="399"/>
        </pc:sldMkLst>
        <pc:spChg chg="mod">
          <ac:chgData name="曹 昱維" userId="611d57ab1da5f08a" providerId="Windows Live" clId="Web-{2662DA91-1EEF-4CF7-98AA-9A13081B02FC}" dt="2021-02-21T08:46:56.030" v="8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2662DA91-1EEF-4CF7-98AA-9A13081B02FC}" dt="2021-02-21T09:01:26.253" v="92" actId="20577"/>
          <ac:spMkLst>
            <pc:docMk/>
            <pc:sldMk cId="479450028" sldId="399"/>
            <ac:spMk id="4" creationId="{0BE79371-9F01-4287-820D-B77AAA2F0880}"/>
          </ac:spMkLst>
        </pc:spChg>
      </pc:sldChg>
      <pc:sldChg chg="addSp delSp modSp">
        <pc:chgData name="曹 昱維" userId="611d57ab1da5f08a" providerId="Windows Live" clId="Web-{2662DA91-1EEF-4CF7-98AA-9A13081B02FC}" dt="2021-02-21T09:14:26.427" v="197" actId="20577"/>
        <pc:sldMkLst>
          <pc:docMk/>
          <pc:sldMk cId="731008719" sldId="400"/>
        </pc:sldMkLst>
        <pc:spChg chg="mod">
          <ac:chgData name="曹 昱維" userId="611d57ab1da5f08a" providerId="Windows Live" clId="Web-{2662DA91-1EEF-4CF7-98AA-9A13081B02FC}" dt="2021-02-21T09:09:44.827" v="155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2662DA91-1EEF-4CF7-98AA-9A13081B02FC}" dt="2021-02-21T09:09:42.249" v="154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2662DA91-1EEF-4CF7-98AA-9A13081B02FC}" dt="2021-02-21T09:10:12.734" v="159"/>
          <ac:spMkLst>
            <pc:docMk/>
            <pc:sldMk cId="731008719" sldId="400"/>
            <ac:spMk id="5" creationId="{04138D99-A917-4ACF-A8A0-B380B89C7AB5}"/>
          </ac:spMkLst>
        </pc:spChg>
        <pc:spChg chg="add mod">
          <ac:chgData name="曹 昱維" userId="611d57ab1da5f08a" providerId="Windows Live" clId="Web-{2662DA91-1EEF-4CF7-98AA-9A13081B02FC}" dt="2021-02-21T09:14:26.427" v="197" actId="20577"/>
          <ac:spMkLst>
            <pc:docMk/>
            <pc:sldMk cId="731008719" sldId="400"/>
            <ac:spMk id="6" creationId="{15629E39-22BE-423A-B5D5-076D621753F8}"/>
          </ac:spMkLst>
        </pc:spChg>
        <pc:spChg chg="del">
          <ac:chgData name="曹 昱維" userId="611d57ab1da5f08a" providerId="Windows Live" clId="Web-{2662DA91-1EEF-4CF7-98AA-9A13081B02FC}" dt="2021-02-21T09:09:42.249" v="153"/>
          <ac:spMkLst>
            <pc:docMk/>
            <pc:sldMk cId="731008719" sldId="400"/>
            <ac:spMk id="18" creationId="{083D9BD5-FE01-4CA7-835B-EF10F5E03A7A}"/>
          </ac:spMkLst>
        </pc:spChg>
        <pc:picChg chg="del">
          <ac:chgData name="曹 昱維" userId="611d57ab1da5f08a" providerId="Windows Live" clId="Web-{2662DA91-1EEF-4CF7-98AA-9A13081B02FC}" dt="2021-02-21T09:09:38.702" v="152"/>
          <ac:picMkLst>
            <pc:docMk/>
            <pc:sldMk cId="731008719" sldId="400"/>
            <ac:picMk id="3" creationId="{5DEA7ADF-6CEA-4E00-8D1B-7F275A5CC59A}"/>
          </ac:picMkLst>
        </pc:picChg>
      </pc:sldChg>
      <pc:sldChg chg="addSp delSp modSp">
        <pc:chgData name="曹 昱維" userId="611d57ab1da5f08a" providerId="Windows Live" clId="Web-{2662DA91-1EEF-4CF7-98AA-9A13081B02FC}" dt="2021-02-21T15:05:57.798" v="396" actId="20577"/>
        <pc:sldMkLst>
          <pc:docMk/>
          <pc:sldMk cId="2793615648" sldId="401"/>
        </pc:sldMkLst>
        <pc:spChg chg="mod">
          <ac:chgData name="曹 昱維" userId="611d57ab1da5f08a" providerId="Windows Live" clId="Web-{2662DA91-1EEF-4CF7-98AA-9A13081B02FC}" dt="2021-02-21T09:56:44.888" v="270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5:05:57.798" v="396" actId="20577"/>
          <ac:spMkLst>
            <pc:docMk/>
            <pc:sldMk cId="2793615648" sldId="401"/>
            <ac:spMk id="4" creationId="{705EAE18-F06A-4A15-9485-E2A2880BD3B4}"/>
          </ac:spMkLst>
        </pc:spChg>
        <pc:spChg chg="del">
          <ac:chgData name="曹 昱維" userId="611d57ab1da5f08a" providerId="Windows Live" clId="Web-{2662DA91-1EEF-4CF7-98AA-9A13081B02FC}" dt="2021-02-21T09:56:49.670" v="272"/>
          <ac:spMkLst>
            <pc:docMk/>
            <pc:sldMk cId="2793615648" sldId="401"/>
            <ac:spMk id="5" creationId="{98EF9CE3-56A9-4801-8DD5-0A8AA5951927}"/>
          </ac:spMkLst>
        </pc:spChg>
        <pc:spChg chg="del">
          <ac:chgData name="曹 昱維" userId="611d57ab1da5f08a" providerId="Windows Live" clId="Web-{2662DA91-1EEF-4CF7-98AA-9A13081B02FC}" dt="2021-02-21T09:56:49.670" v="271"/>
          <ac:spMkLst>
            <pc:docMk/>
            <pc:sldMk cId="2793615648" sldId="401"/>
            <ac:spMk id="7" creationId="{770784FF-C38F-40B0-BC55-9E38DB5BF398}"/>
          </ac:spMkLst>
        </pc:spChg>
        <pc:picChg chg="del">
          <ac:chgData name="曹 昱維" userId="611d57ab1da5f08a" providerId="Windows Live" clId="Web-{2662DA91-1EEF-4CF7-98AA-9A13081B02FC}" dt="2021-02-21T09:56:49.670" v="273"/>
          <ac:picMkLst>
            <pc:docMk/>
            <pc:sldMk cId="2793615648" sldId="401"/>
            <ac:picMk id="3" creationId="{07DB1EEA-8E38-4621-B1C3-C246D14496C0}"/>
          </ac:picMkLst>
        </pc:picChg>
      </pc:sldChg>
      <pc:sldChg chg="addSp delSp modSp">
        <pc:chgData name="曹 昱維" userId="611d57ab1da5f08a" providerId="Windows Live" clId="Web-{2662DA91-1EEF-4CF7-98AA-9A13081B02FC}" dt="2021-02-21T14:59:50.882" v="353" actId="20577"/>
        <pc:sldMkLst>
          <pc:docMk/>
          <pc:sldMk cId="1765932360" sldId="402"/>
        </pc:sldMkLst>
        <pc:spChg chg="mod">
          <ac:chgData name="曹 昱維" userId="611d57ab1da5f08a" providerId="Windows Live" clId="Web-{2662DA91-1EEF-4CF7-98AA-9A13081B02FC}" dt="2021-02-21T14:59:50.882" v="353" actId="20577"/>
          <ac:spMkLst>
            <pc:docMk/>
            <pc:sldMk cId="1765932360" sldId="402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1:00:18.901" v="339" actId="20577"/>
          <ac:spMkLst>
            <pc:docMk/>
            <pc:sldMk cId="1765932360" sldId="402"/>
            <ac:spMk id="3" creationId="{3EF6C1E8-D516-4F15-BD50-46EBBF80A71D}"/>
          </ac:spMkLst>
        </pc:spChg>
        <pc:spChg chg="del">
          <ac:chgData name="曹 昱維" userId="611d57ab1da5f08a" providerId="Windows Live" clId="Web-{2662DA91-1EEF-4CF7-98AA-9A13081B02FC}" dt="2021-02-21T10:58:58.228" v="331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2662DA91-1EEF-4CF7-98AA-9A13081B02FC}" dt="2021-02-21T10:58:58.228" v="33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2662DA91-1EEF-4CF7-98AA-9A13081B02FC}" dt="2021-02-21T11:01:09.652" v="342" actId="1076"/>
          <ac:picMkLst>
            <pc:docMk/>
            <pc:sldMk cId="1765932360" sldId="402"/>
            <ac:picMk id="4" creationId="{1B82AEAF-31F0-4C5C-939E-683A39E450BE}"/>
          </ac:picMkLst>
        </pc:picChg>
        <pc:picChg chg="del">
          <ac:chgData name="曹 昱維" userId="611d57ab1da5f08a" providerId="Windows Live" clId="Web-{2662DA91-1EEF-4CF7-98AA-9A13081B02FC}" dt="2021-02-21T10:58:58.228" v="332"/>
          <ac:picMkLst>
            <pc:docMk/>
            <pc:sldMk cId="1765932360" sldId="402"/>
            <ac:picMk id="7" creationId="{C63FCEF0-FD1D-4A13-AF0C-BAA1A2D6BC79}"/>
          </ac:picMkLst>
        </pc:picChg>
      </pc:sldChg>
      <pc:sldChg chg="addSp delSp modSp">
        <pc:chgData name="曹 昱維" userId="611d57ab1da5f08a" providerId="Windows Live" clId="Web-{2662DA91-1EEF-4CF7-98AA-9A13081B02FC}" dt="2021-02-21T15:04:29.764" v="381" actId="20577"/>
        <pc:sldMkLst>
          <pc:docMk/>
          <pc:sldMk cId="1518544506" sldId="403"/>
        </pc:sldMkLst>
        <pc:spChg chg="mod">
          <ac:chgData name="曹 昱維" userId="611d57ab1da5f08a" providerId="Windows Live" clId="Web-{2662DA91-1EEF-4CF7-98AA-9A13081B02FC}" dt="2021-02-21T15:04:29.764" v="38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2662DA91-1EEF-4CF7-98AA-9A13081B02FC}" dt="2021-02-21T15:03:12.262" v="365"/>
          <ac:spMkLst>
            <pc:docMk/>
            <pc:sldMk cId="1518544506" sldId="403"/>
            <ac:spMk id="3" creationId="{AE48C46D-A036-4E4B-8CC4-6894761EC554}"/>
          </ac:spMkLst>
        </pc:spChg>
        <pc:spChg chg="del">
          <ac:chgData name="曹 昱維" userId="611d57ab1da5f08a" providerId="Windows Live" clId="Web-{2662DA91-1EEF-4CF7-98AA-9A13081B02FC}" dt="2021-02-21T15:00:05.930" v="360"/>
          <ac:spMkLst>
            <pc:docMk/>
            <pc:sldMk cId="1518544506" sldId="403"/>
            <ac:spMk id="8" creationId="{67415500-DADE-4749-ADAD-7BC4F93A31FB}"/>
          </ac:spMkLst>
        </pc:spChg>
        <pc:spChg chg="del">
          <ac:chgData name="曹 昱維" userId="611d57ab1da5f08a" providerId="Windows Live" clId="Web-{2662DA91-1EEF-4CF7-98AA-9A13081B02FC}" dt="2021-02-21T15:00:05.930" v="359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2662DA91-1EEF-4CF7-98AA-9A13081B02FC}" dt="2021-02-21T15:03:28.325" v="368" actId="1076"/>
          <ac:picMkLst>
            <pc:docMk/>
            <pc:sldMk cId="1518544506" sldId="403"/>
            <ac:picMk id="4" creationId="{734B6B97-F00D-410D-9196-48752A5A758E}"/>
          </ac:picMkLst>
        </pc:picChg>
        <pc:picChg chg="del">
          <ac:chgData name="曹 昱維" userId="611d57ab1da5f08a" providerId="Windows Live" clId="Web-{2662DA91-1EEF-4CF7-98AA-9A13081B02FC}" dt="2021-02-21T15:00:05.930" v="361"/>
          <ac:picMkLst>
            <pc:docMk/>
            <pc:sldMk cId="1518544506" sldId="403"/>
            <ac:picMk id="5" creationId="{2B1E338D-58EA-4591-896F-3AFD85C7CB01}"/>
          </ac:picMkLst>
        </pc:picChg>
      </pc:sldChg>
      <pc:sldChg chg="addSp delSp modSp">
        <pc:chgData name="曹 昱維" userId="611d57ab1da5f08a" providerId="Windows Live" clId="Web-{2662DA91-1EEF-4CF7-98AA-9A13081B02FC}" dt="2021-02-21T09:32:49.077" v="268" actId="20577"/>
        <pc:sldMkLst>
          <pc:docMk/>
          <pc:sldMk cId="1766846931" sldId="411"/>
        </pc:sldMkLst>
        <pc:spChg chg="mod">
          <ac:chgData name="曹 昱維" userId="611d57ab1da5f08a" providerId="Windows Live" clId="Web-{2662DA91-1EEF-4CF7-98AA-9A13081B02FC}" dt="2021-02-21T09:15:15.600" v="203" actId="20577"/>
          <ac:spMkLst>
            <pc:docMk/>
            <pc:sldMk cId="1766846931" sldId="411"/>
            <ac:spMk id="2" creationId="{587D79D1-2D8D-4153-997D-65E5A6F6BC47}"/>
          </ac:spMkLst>
        </pc:spChg>
        <pc:spChg chg="add mod">
          <ac:chgData name="曹 昱維" userId="611d57ab1da5f08a" providerId="Windows Live" clId="Web-{2662DA91-1EEF-4CF7-98AA-9A13081B02FC}" dt="2021-02-21T09:32:49.077" v="268" actId="20577"/>
          <ac:spMkLst>
            <pc:docMk/>
            <pc:sldMk cId="1766846931" sldId="411"/>
            <ac:spMk id="3" creationId="{58589E7E-C5E1-4AAF-99CE-943834FAE1AF}"/>
          </ac:spMkLst>
        </pc:spChg>
        <pc:grpChg chg="del">
          <ac:chgData name="曹 昱維" userId="611d57ab1da5f08a" providerId="Windows Live" clId="Web-{2662DA91-1EEF-4CF7-98AA-9A13081B02FC}" dt="2021-02-21T09:15:19.459" v="206"/>
          <ac:grpSpMkLst>
            <pc:docMk/>
            <pc:sldMk cId="1766846931" sldId="411"/>
            <ac:grpSpMk id="11" creationId="{02C24B83-8A68-48ED-AEBD-A13E0CC619F8}"/>
          </ac:grpSpMkLst>
        </pc:grpChg>
        <pc:grpChg chg="del">
          <ac:chgData name="曹 昱維" userId="611d57ab1da5f08a" providerId="Windows Live" clId="Web-{2662DA91-1EEF-4CF7-98AA-9A13081B02FC}" dt="2021-02-21T09:15:19.459" v="204"/>
          <ac:grpSpMkLst>
            <pc:docMk/>
            <pc:sldMk cId="1766846931" sldId="411"/>
            <ac:grpSpMk id="16" creationId="{555F9E93-EB39-4632-A329-A756A6B5E01B}"/>
          </ac:grpSpMkLst>
        </pc:grpChg>
        <pc:grpChg chg="del">
          <ac:chgData name="曹 昱維" userId="611d57ab1da5f08a" providerId="Windows Live" clId="Web-{2662DA91-1EEF-4CF7-98AA-9A13081B02FC}" dt="2021-02-21T09:15:19.459" v="205"/>
          <ac:grpSpMkLst>
            <pc:docMk/>
            <pc:sldMk cId="1766846931" sldId="411"/>
            <ac:grpSpMk id="17" creationId="{66629A9C-3EED-4D87-8317-A51133591474}"/>
          </ac:grpSpMkLst>
        </pc:grpChg>
      </pc:sldChg>
      <pc:sldChg chg="addSp delSp modSp">
        <pc:chgData name="曹 昱維" userId="611d57ab1da5f08a" providerId="Windows Live" clId="Web-{2662DA91-1EEF-4CF7-98AA-9A13081B02FC}" dt="2021-02-21T15:10:05.882" v="427" actId="1076"/>
        <pc:sldMkLst>
          <pc:docMk/>
          <pc:sldMk cId="3509932495" sldId="412"/>
        </pc:sldMkLst>
        <pc:spChg chg="mod">
          <ac:chgData name="曹 昱維" userId="611d57ab1da5f08a" providerId="Windows Live" clId="Web-{2662DA91-1EEF-4CF7-98AA-9A13081B02FC}" dt="2021-02-21T15:04:23.077" v="379" actId="20577"/>
          <ac:spMkLst>
            <pc:docMk/>
            <pc:sldMk cId="3509932495" sldId="412"/>
            <ac:spMk id="2" creationId="{0AB0D50B-2A75-4639-91F0-3896672FCCEC}"/>
          </ac:spMkLst>
        </pc:spChg>
        <pc:spChg chg="del mod">
          <ac:chgData name="曹 昱維" userId="611d57ab1da5f08a" providerId="Windows Live" clId="Web-{2662DA91-1EEF-4CF7-98AA-9A13081B02FC}" dt="2021-02-21T15:06:24.345" v="404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2662DA91-1EEF-4CF7-98AA-9A13081B02FC}" dt="2021-02-21T15:07:14.393" v="419" actId="20577"/>
          <ac:spMkLst>
            <pc:docMk/>
            <pc:sldMk cId="3509932495" sldId="412"/>
            <ac:spMk id="5" creationId="{AA42B275-6492-406E-BCAF-AE8C2044DCA8}"/>
          </ac:spMkLst>
        </pc:spChg>
        <pc:spChg chg="del">
          <ac:chgData name="曹 昱維" userId="611d57ab1da5f08a" providerId="Windows Live" clId="Web-{2662DA91-1EEF-4CF7-98AA-9A13081B02FC}" dt="2021-02-21T15:06:15.251" v="400"/>
          <ac:spMkLst>
            <pc:docMk/>
            <pc:sldMk cId="3509932495" sldId="412"/>
            <ac:spMk id="6" creationId="{EFFB895B-435A-44D3-9717-70F546ABDA9B}"/>
          </ac:spMkLst>
        </pc:spChg>
        <pc:spChg chg="add mod">
          <ac:chgData name="曹 昱維" userId="611d57ab1da5f08a" providerId="Windows Live" clId="Web-{2662DA91-1EEF-4CF7-98AA-9A13081B02FC}" dt="2021-02-21T15:10:05.882" v="427" actId="1076"/>
          <ac:spMkLst>
            <pc:docMk/>
            <pc:sldMk cId="3509932495" sldId="412"/>
            <ac:spMk id="8" creationId="{5ED5654D-9A35-4315-85D7-355062A1FDF2}"/>
          </ac:spMkLst>
        </pc:spChg>
        <pc:picChg chg="del">
          <ac:chgData name="曹 昱維" userId="611d57ab1da5f08a" providerId="Windows Live" clId="Web-{2662DA91-1EEF-4CF7-98AA-9A13081B02FC}" dt="2021-02-21T15:06:14.189" v="399"/>
          <ac:picMkLst>
            <pc:docMk/>
            <pc:sldMk cId="3509932495" sldId="412"/>
            <ac:picMk id="3" creationId="{9CC3B7B0-8432-4E6F-A487-8817AE8B9350}"/>
          </ac:picMkLst>
        </pc:picChg>
      </pc:sldChg>
      <pc:sldChg chg="modSp add ord replId">
        <pc:chgData name="曹 昱維" userId="611d57ab1da5f08a" providerId="Windows Live" clId="Web-{2662DA91-1EEF-4CF7-98AA-9A13081B02FC}" dt="2021-02-21T09:25:27.574" v="249" actId="20577"/>
        <pc:sldMkLst>
          <pc:docMk/>
          <pc:sldMk cId="2907763767" sldId="413"/>
        </pc:sldMkLst>
        <pc:spChg chg="mod">
          <ac:chgData name="曹 昱維" userId="611d57ab1da5f08a" providerId="Windows Live" clId="Web-{2662DA91-1EEF-4CF7-98AA-9A13081B02FC}" dt="2021-02-21T09:25:27.574" v="249" actId="20577"/>
          <ac:spMkLst>
            <pc:docMk/>
            <pc:sldMk cId="2907763767" sldId="413"/>
            <ac:spMk id="4" creationId="{0BE79371-9F01-4287-820D-B77AAA2F0880}"/>
          </ac:spMkLst>
        </pc:spChg>
      </pc:sldChg>
      <pc:sldChg chg="addSp delSp modSp add replId">
        <pc:chgData name="曹 昱維" userId="611d57ab1da5f08a" providerId="Windows Live" clId="Web-{2662DA91-1EEF-4CF7-98AA-9A13081B02FC}" dt="2021-02-21T15:04:25.905" v="380" actId="20577"/>
        <pc:sldMkLst>
          <pc:docMk/>
          <pc:sldMk cId="2646519830" sldId="414"/>
        </pc:sldMkLst>
        <pc:spChg chg="mod">
          <ac:chgData name="曹 昱維" userId="611d57ab1da5f08a" providerId="Windows Live" clId="Web-{2662DA91-1EEF-4CF7-98AA-9A13081B02FC}" dt="2021-02-21T15:04:25.905" v="380" actId="20577"/>
          <ac:spMkLst>
            <pc:docMk/>
            <pc:sldMk cId="2646519830" sldId="414"/>
            <ac:spMk id="2" creationId="{0AB0D50B-2A75-4639-91F0-3896672FCCEC}"/>
          </ac:spMkLst>
        </pc:spChg>
        <pc:picChg chg="add mod">
          <ac:chgData name="曹 昱維" userId="611d57ab1da5f08a" providerId="Windows Live" clId="Web-{2662DA91-1EEF-4CF7-98AA-9A13081B02FC}" dt="2021-02-21T15:04:01.389" v="375" actId="1076"/>
          <ac:picMkLst>
            <pc:docMk/>
            <pc:sldMk cId="2646519830" sldId="414"/>
            <ac:picMk id="3" creationId="{ECC22170-3A93-45E3-BBA2-6B50BE038A5B}"/>
          </ac:picMkLst>
        </pc:picChg>
        <pc:picChg chg="del">
          <ac:chgData name="曹 昱維" userId="611d57ab1da5f08a" providerId="Windows Live" clId="Web-{2662DA91-1EEF-4CF7-98AA-9A13081B02FC}" dt="2021-02-21T15:03:36.544" v="372"/>
          <ac:picMkLst>
            <pc:docMk/>
            <pc:sldMk cId="2646519830" sldId="414"/>
            <ac:picMk id="4" creationId="{734B6B97-F00D-410D-9196-48752A5A758E}"/>
          </ac:picMkLst>
        </pc:picChg>
      </pc:sldChg>
    </pc:docChg>
  </pc:docChgLst>
  <pc:docChgLst>
    <pc:chgData name="昱維 曹" userId="611d57ab1da5f08a" providerId="Windows Live" clId="Web-{E8324230-EA57-F62A-7964-A7CD1389D5A9}"/>
    <pc:docChg chg="modSld">
      <pc:chgData name="昱維 曹" userId="611d57ab1da5f08a" providerId="Windows Live" clId="Web-{E8324230-EA57-F62A-7964-A7CD1389D5A9}" dt="2025-05-28T10:32:49.254" v="34" actId="20577"/>
      <pc:docMkLst>
        <pc:docMk/>
      </pc:docMkLst>
      <pc:sldChg chg="modSp">
        <pc:chgData name="昱維 曹" userId="611d57ab1da5f08a" providerId="Windows Live" clId="Web-{E8324230-EA57-F62A-7964-A7CD1389D5A9}" dt="2025-05-28T10:32:49.254" v="34" actId="20577"/>
        <pc:sldMkLst>
          <pc:docMk/>
          <pc:sldMk cId="2071263905" sldId="331"/>
        </pc:sldMkLst>
        <pc:spChg chg="mod">
          <ac:chgData name="昱維 曹" userId="611d57ab1da5f08a" providerId="Windows Live" clId="Web-{E8324230-EA57-F62A-7964-A7CD1389D5A9}" dt="2025-05-28T10:32:49.254" v="34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昱維 曹" userId="611d57ab1da5f08a" providerId="Windows Live" clId="Web-{E8324230-EA57-F62A-7964-A7CD1389D5A9}" dt="2025-05-28T10:32:13.706" v="24" actId="20577"/>
          <ac:spMkLst>
            <pc:docMk/>
            <pc:sldMk cId="2071263905" sldId="331"/>
            <ac:spMk id="10" creationId="{FF68FC8F-8C93-46BF-9594-D49A56F9B5F9}"/>
          </ac:spMkLst>
        </pc:spChg>
      </pc:sldChg>
      <pc:sldChg chg="modSp">
        <pc:chgData name="昱維 曹" userId="611d57ab1da5f08a" providerId="Windows Live" clId="Web-{E8324230-EA57-F62A-7964-A7CD1389D5A9}" dt="2025-05-28T10:32:44.082" v="33" actId="20577"/>
        <pc:sldMkLst>
          <pc:docMk/>
          <pc:sldMk cId="479450028" sldId="399"/>
        </pc:sldMkLst>
        <pc:spChg chg="mod">
          <ac:chgData name="昱維 曹" userId="611d57ab1da5f08a" providerId="Windows Live" clId="Web-{E8324230-EA57-F62A-7964-A7CD1389D5A9}" dt="2025-05-28T10:32:44.082" v="33" actId="20577"/>
          <ac:spMkLst>
            <pc:docMk/>
            <pc:sldMk cId="479450028" sldId="399"/>
            <ac:spMk id="2" creationId="{6476B7A2-C859-4B36-A3C9-1FD50872ADF4}"/>
          </ac:spMkLst>
        </pc:spChg>
      </pc:sldChg>
      <pc:sldChg chg="modSp">
        <pc:chgData name="昱維 曹" userId="611d57ab1da5f08a" providerId="Windows Live" clId="Web-{E8324230-EA57-F62A-7964-A7CD1389D5A9}" dt="2025-05-28T10:32:35.582" v="31" actId="20577"/>
        <pc:sldMkLst>
          <pc:docMk/>
          <pc:sldMk cId="727191407" sldId="416"/>
        </pc:sldMkLst>
        <pc:spChg chg="mod">
          <ac:chgData name="昱維 曹" userId="611d57ab1da5f08a" providerId="Windows Live" clId="Web-{E8324230-EA57-F62A-7964-A7CD1389D5A9}" dt="2025-05-28T10:32:35.582" v="31" actId="20577"/>
          <ac:spMkLst>
            <pc:docMk/>
            <pc:sldMk cId="727191407" sldId="416"/>
            <ac:spMk id="2" creationId="{6476B7A2-C859-4B36-A3C9-1FD50872ADF4}"/>
          </ac:spMkLst>
        </pc:spChg>
      </pc:sldChg>
      <pc:sldChg chg="modSp">
        <pc:chgData name="昱維 曹" userId="611d57ab1da5f08a" providerId="Windows Live" clId="Web-{E8324230-EA57-F62A-7964-A7CD1389D5A9}" dt="2025-05-28T10:32:32.051" v="29" actId="20577"/>
        <pc:sldMkLst>
          <pc:docMk/>
          <pc:sldMk cId="83326372" sldId="417"/>
        </pc:sldMkLst>
        <pc:spChg chg="mod">
          <ac:chgData name="昱維 曹" userId="611d57ab1da5f08a" providerId="Windows Live" clId="Web-{E8324230-EA57-F62A-7964-A7CD1389D5A9}" dt="2025-05-28T10:32:32.051" v="29" actId="20577"/>
          <ac:spMkLst>
            <pc:docMk/>
            <pc:sldMk cId="83326372" sldId="417"/>
            <ac:spMk id="2" creationId="{6476B7A2-C859-4B36-A3C9-1FD50872ADF4}"/>
          </ac:spMkLst>
        </pc:spChg>
      </pc:sldChg>
    </pc:docChg>
  </pc:docChgLst>
  <pc:docChgLst>
    <pc:chgData name="曹 昱維" userId="611d57ab1da5f08a" providerId="Windows Live" clId="Web-{1EDD19A9-85F7-40D2-BA7B-140E4A222006}"/>
    <pc:docChg chg="modSld">
      <pc:chgData name="曹 昱維" userId="611d57ab1da5f08a" providerId="Windows Live" clId="Web-{1EDD19A9-85F7-40D2-BA7B-140E4A222006}" dt="2021-02-23T09:50:06.415" v="17" actId="20577"/>
      <pc:docMkLst>
        <pc:docMk/>
      </pc:docMkLst>
      <pc:sldChg chg="modSp">
        <pc:chgData name="曹 昱維" userId="611d57ab1da5f08a" providerId="Windows Live" clId="Web-{1EDD19A9-85F7-40D2-BA7B-140E4A222006}" dt="2021-02-23T09:49:59.696" v="15" actId="20577"/>
        <pc:sldMkLst>
          <pc:docMk/>
          <pc:sldMk cId="2071263905" sldId="331"/>
        </pc:sldMkLst>
        <pc:spChg chg="mod">
          <ac:chgData name="曹 昱維" userId="611d57ab1da5f08a" providerId="Windows Live" clId="Web-{1EDD19A9-85F7-40D2-BA7B-140E4A222006}" dt="2021-02-23T09:49:59.696" v="1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EDD19A9-85F7-40D2-BA7B-140E4A222006}" dt="2021-02-23T09:47:59.6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modSp">
        <pc:chgData name="曹 昱維" userId="611d57ab1da5f08a" providerId="Windows Live" clId="Web-{1EDD19A9-85F7-40D2-BA7B-140E4A222006}" dt="2021-02-23T09:50:06.415" v="17" actId="20577"/>
        <pc:sldMkLst>
          <pc:docMk/>
          <pc:sldMk cId="479450028" sldId="399"/>
        </pc:sldMkLst>
        <pc:spChg chg="mod">
          <ac:chgData name="曹 昱維" userId="611d57ab1da5f08a" providerId="Windows Live" clId="Web-{1EDD19A9-85F7-40D2-BA7B-140E4A222006}" dt="2021-02-23T09:50:06.415" v="17" actId="20577"/>
          <ac:spMkLst>
            <pc:docMk/>
            <pc:sldMk cId="479450028" sldId="399"/>
            <ac:spMk id="2" creationId="{6476B7A2-C859-4B36-A3C9-1FD50872ADF4}"/>
          </ac:spMkLst>
        </pc:spChg>
      </pc:sldChg>
    </pc:docChg>
  </pc:docChgLst>
  <pc:docChgLst>
    <pc:chgData name="曹 昱維" userId="611d57ab1da5f08a" providerId="Windows Live" clId="Web-{8977E2FD-7951-4F0C-B985-2CBF10DB3E91}"/>
    <pc:docChg chg="modSld">
      <pc:chgData name="曹 昱維" userId="611d57ab1da5f08a" providerId="Windows Live" clId="Web-{8977E2FD-7951-4F0C-B985-2CBF10DB3E91}" dt="2021-03-01T03:21:55.172" v="6" actId="1076"/>
      <pc:docMkLst>
        <pc:docMk/>
      </pc:docMkLst>
      <pc:sldChg chg="modSp">
        <pc:chgData name="曹 昱維" userId="611d57ab1da5f08a" providerId="Windows Live" clId="Web-{8977E2FD-7951-4F0C-B985-2CBF10DB3E91}" dt="2021-03-01T03:21:55.172" v="6" actId="1076"/>
        <pc:sldMkLst>
          <pc:docMk/>
          <pc:sldMk cId="1142469904" sldId="415"/>
        </pc:sldMkLst>
        <pc:spChg chg="mod">
          <ac:chgData name="曹 昱維" userId="611d57ab1da5f08a" providerId="Windows Live" clId="Web-{8977E2FD-7951-4F0C-B985-2CBF10DB3E91}" dt="2021-03-01T03:21:48.609" v="4" actId="20577"/>
          <ac:spMkLst>
            <pc:docMk/>
            <pc:sldMk cId="1142469904" sldId="415"/>
            <ac:spMk id="5" creationId="{C36D046E-31BA-4E65-9370-6ACBCD291D8C}"/>
          </ac:spMkLst>
        </pc:spChg>
        <pc:picChg chg="mod">
          <ac:chgData name="曹 昱維" userId="611d57ab1da5f08a" providerId="Windows Live" clId="Web-{8977E2FD-7951-4F0C-B985-2CBF10DB3E91}" dt="2021-03-01T03:21:55.172" v="6" actId="1076"/>
          <ac:picMkLst>
            <pc:docMk/>
            <pc:sldMk cId="1142469904" sldId="415"/>
            <ac:picMk id="4" creationId="{A039C708-DA12-46D4-B5AB-C35157C2DC2A}"/>
          </ac:picMkLst>
        </pc:picChg>
      </pc:sldChg>
    </pc:docChg>
  </pc:docChgLst>
  <pc:docChgLst>
    <pc:chgData name="昱維 曹" userId="611d57ab1da5f08a" providerId="Windows Live" clId="Web-{2138AE50-4B72-3488-CBF1-9ED4C4F12C19}"/>
    <pc:docChg chg="addSld modSld">
      <pc:chgData name="昱維 曹" userId="611d57ab1da5f08a" providerId="Windows Live" clId="Web-{2138AE50-4B72-3488-CBF1-9ED4C4F12C19}" dt="2025-06-05T13:08:44.136" v="79" actId="20577"/>
      <pc:docMkLst>
        <pc:docMk/>
      </pc:docMkLst>
      <pc:sldChg chg="modSp add replId">
        <pc:chgData name="昱維 曹" userId="611d57ab1da5f08a" providerId="Windows Live" clId="Web-{2138AE50-4B72-3488-CBF1-9ED4C4F12C19}" dt="2025-06-05T13:08:44.136" v="79" actId="20577"/>
        <pc:sldMkLst>
          <pc:docMk/>
          <pc:sldMk cId="3041261294" sldId="421"/>
        </pc:sldMkLst>
        <pc:spChg chg="mod">
          <ac:chgData name="昱維 曹" userId="611d57ab1da5f08a" providerId="Windows Live" clId="Web-{2138AE50-4B72-3488-CBF1-9ED4C4F12C19}" dt="2025-06-05T13:02:01.717" v="1" actId="20577"/>
          <ac:spMkLst>
            <pc:docMk/>
            <pc:sldMk cId="3041261294" sldId="421"/>
            <ac:spMk id="2" creationId="{E6591AEA-914F-2DCB-712A-958B91E9CDBD}"/>
          </ac:spMkLst>
        </pc:spChg>
        <pc:spChg chg="mod">
          <ac:chgData name="昱維 曹" userId="611d57ab1da5f08a" providerId="Windows Live" clId="Web-{2138AE50-4B72-3488-CBF1-9ED4C4F12C19}" dt="2025-06-05T13:08:44.136" v="79" actId="20577"/>
          <ac:spMkLst>
            <pc:docMk/>
            <pc:sldMk cId="3041261294" sldId="421"/>
            <ac:spMk id="5" creationId="{183F7E4D-2EB2-9914-C74F-57D568B4DA3C}"/>
          </ac:spMkLst>
        </pc:spChg>
      </pc:sldChg>
    </pc:docChg>
  </pc:docChgLst>
  <pc:docChgLst>
    <pc:chgData name="曹 昱維" userId="611d57ab1da5f08a" providerId="Windows Live" clId="Web-{13EC3E56-2DA6-4BFA-8696-D810B33563DF}"/>
    <pc:docChg chg="addSld modSld">
      <pc:chgData name="曹 昱維" userId="611d57ab1da5f08a" providerId="Windows Live" clId="Web-{13EC3E56-2DA6-4BFA-8696-D810B33563DF}" dt="2021-02-20T09:50:59.681" v="591" actId="20577"/>
      <pc:docMkLst>
        <pc:docMk/>
      </pc:docMkLst>
      <pc:sldChg chg="modSp">
        <pc:chgData name="曹 昱維" userId="611d57ab1da5f08a" providerId="Windows Live" clId="Web-{13EC3E56-2DA6-4BFA-8696-D810B33563DF}" dt="2021-02-20T08:04:10.956" v="25" actId="20577"/>
        <pc:sldMkLst>
          <pc:docMk/>
          <pc:sldMk cId="2071263905" sldId="331"/>
        </pc:sldMkLst>
        <pc:spChg chg="mod">
          <ac:chgData name="曹 昱維" userId="611d57ab1da5f08a" providerId="Windows Live" clId="Web-{13EC3E56-2DA6-4BFA-8696-D810B33563DF}" dt="2021-02-20T08:04:10.956" v="2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3EC3E56-2DA6-4BFA-8696-D810B33563DF}" dt="2021-02-20T08:03:59.206" v="15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13EC3E56-2DA6-4BFA-8696-D810B33563DF}" dt="2021-02-20T08:18:52.197" v="67" actId="20577"/>
        <pc:sldMkLst>
          <pc:docMk/>
          <pc:sldMk cId="479450028" sldId="399"/>
        </pc:sldMkLst>
        <pc:spChg chg="mod">
          <ac:chgData name="曹 昱維" userId="611d57ab1da5f08a" providerId="Windows Live" clId="Web-{13EC3E56-2DA6-4BFA-8696-D810B33563DF}" dt="2021-02-20T08:05:02.098" v="2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3EC3E56-2DA6-4BFA-8696-D810B33563DF}" dt="2021-02-20T08:18:52.197" v="67" actId="20577"/>
          <ac:spMkLst>
            <pc:docMk/>
            <pc:sldMk cId="479450028" sldId="399"/>
            <ac:spMk id="12" creationId="{86774D70-246A-48AB-8731-3BAF91BC106E}"/>
          </ac:spMkLst>
        </pc:spChg>
        <pc:spChg chg="del">
          <ac:chgData name="曹 昱維" userId="611d57ab1da5f08a" providerId="Windows Live" clId="Web-{13EC3E56-2DA6-4BFA-8696-D810B33563DF}" dt="2021-02-20T08:05:05.535" v="28"/>
          <ac:spMkLst>
            <pc:docMk/>
            <pc:sldMk cId="479450028" sldId="399"/>
            <ac:spMk id="14" creationId="{20594DBC-D827-486A-9510-DBBF8F1F19BE}"/>
          </ac:spMkLst>
        </pc:spChg>
        <pc:picChg chg="add mod">
          <ac:chgData name="曹 昱維" userId="611d57ab1da5f08a" providerId="Windows Live" clId="Web-{13EC3E56-2DA6-4BFA-8696-D810B33563DF}" dt="2021-02-20T08:14:46.878" v="53" actId="14100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">
        <pc:chgData name="曹 昱維" userId="611d57ab1da5f08a" providerId="Windows Live" clId="Web-{13EC3E56-2DA6-4BFA-8696-D810B33563DF}" dt="2021-02-20T08:42:30.702" v="136" actId="1076"/>
        <pc:sldMkLst>
          <pc:docMk/>
          <pc:sldMk cId="731008719" sldId="400"/>
        </pc:sldMkLst>
        <pc:spChg chg="mod">
          <ac:chgData name="曹 昱維" userId="611d57ab1da5f08a" providerId="Windows Live" clId="Web-{13EC3E56-2DA6-4BFA-8696-D810B33563DF}" dt="2021-02-20T08:18:40.025" v="63" actId="20577"/>
          <ac:spMkLst>
            <pc:docMk/>
            <pc:sldMk cId="731008719" sldId="400"/>
            <ac:spMk id="2" creationId="{587D79D1-2D8D-4153-997D-65E5A6F6BC47}"/>
          </ac:spMkLst>
        </pc:spChg>
        <pc:spChg chg="add del mod">
          <ac:chgData name="曹 昱維" userId="611d57ab1da5f08a" providerId="Windows Live" clId="Web-{13EC3E56-2DA6-4BFA-8696-D810B33563DF}" dt="2021-02-20T08:30:30.246" v="103"/>
          <ac:spMkLst>
            <pc:docMk/>
            <pc:sldMk cId="731008719" sldId="400"/>
            <ac:spMk id="4" creationId="{28F236A4-D760-4B48-AC7F-5EE6C01FA5D3}"/>
          </ac:spMkLst>
        </pc:spChg>
        <pc:spChg chg="add mod">
          <ac:chgData name="曹 昱維" userId="611d57ab1da5f08a" providerId="Windows Live" clId="Web-{13EC3E56-2DA6-4BFA-8696-D810B33563DF}" dt="2021-02-20T08:31:30.529" v="130" actId="1076"/>
          <ac:spMkLst>
            <pc:docMk/>
            <pc:sldMk cId="731008719" sldId="400"/>
            <ac:spMk id="5" creationId="{3CB435B2-0AB6-40B5-A8F1-3976E960D53F}"/>
          </ac:spMkLst>
        </pc:spChg>
        <pc:spChg chg="mod">
          <ac:chgData name="曹 昱維" userId="611d57ab1da5f08a" providerId="Windows Live" clId="Web-{13EC3E56-2DA6-4BFA-8696-D810B33563DF}" dt="2021-02-20T08:30:49.527" v="105"/>
          <ac:spMkLst>
            <pc:docMk/>
            <pc:sldMk cId="731008719" sldId="400"/>
            <ac:spMk id="8" creationId="{59A512D9-2474-42CE-87AF-527DE1393025}"/>
          </ac:spMkLst>
        </pc:spChg>
        <pc:grpChg chg="add mod">
          <ac:chgData name="曹 昱維" userId="611d57ab1da5f08a" providerId="Windows Live" clId="Web-{13EC3E56-2DA6-4BFA-8696-D810B33563DF}" dt="2021-02-20T08:42:30.702" v="136" actId="1076"/>
          <ac:grpSpMkLst>
            <pc:docMk/>
            <pc:sldMk cId="731008719" sldId="400"/>
            <ac:grpSpMk id="6" creationId="{61538813-6400-4B0C-A843-4DE6A9B01C16}"/>
          </ac:grpSpMkLst>
        </pc:grpChg>
        <pc:picChg chg="add mod">
          <ac:chgData name="曹 昱維" userId="611d57ab1da5f08a" providerId="Windows Live" clId="Web-{13EC3E56-2DA6-4BFA-8696-D810B33563DF}" dt="2021-02-20T08:31:34.997" v="131" actId="1076"/>
          <ac:picMkLst>
            <pc:docMk/>
            <pc:sldMk cId="731008719" sldId="400"/>
            <ac:picMk id="3" creationId="{7B24182C-66B6-415C-9B29-0815B2E20C51}"/>
          </ac:picMkLst>
        </pc:picChg>
      </pc:sldChg>
      <pc:sldChg chg="addSp delSp modSp">
        <pc:chgData name="曹 昱維" userId="611d57ab1da5f08a" providerId="Windows Live" clId="Web-{13EC3E56-2DA6-4BFA-8696-D810B33563DF}" dt="2021-02-20T08:54:32.923" v="221" actId="1076"/>
        <pc:sldMkLst>
          <pc:docMk/>
          <pc:sldMk cId="2793615648" sldId="401"/>
        </pc:sldMkLst>
        <pc:spChg chg="mod">
          <ac:chgData name="曹 昱維" userId="611d57ab1da5f08a" providerId="Windows Live" clId="Web-{13EC3E56-2DA6-4BFA-8696-D810B33563DF}" dt="2021-02-20T08:42:23.686" v="135" actId="20577"/>
          <ac:spMkLst>
            <pc:docMk/>
            <pc:sldMk cId="2793615648" sldId="401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8:51:30.575" v="196"/>
          <ac:spMkLst>
            <pc:docMk/>
            <pc:sldMk cId="2793615648" sldId="401"/>
            <ac:spMk id="3" creationId="{6BF9852E-D706-46B0-A990-4F933B4B7435}"/>
          </ac:spMkLst>
        </pc:spChg>
        <pc:spChg chg="del mod">
          <ac:chgData name="曹 昱維" userId="611d57ab1da5f08a" providerId="Windows Live" clId="Web-{13EC3E56-2DA6-4BFA-8696-D810B33563DF}" dt="2021-02-20T08:44:51.128" v="139"/>
          <ac:spMkLst>
            <pc:docMk/>
            <pc:sldMk cId="2793615648" sldId="401"/>
            <ac:spMk id="15" creationId="{C7F4E917-86AF-4527-953D-C4A167FB9EC2}"/>
          </ac:spMkLst>
        </pc:spChg>
        <pc:spChg chg="del">
          <ac:chgData name="曹 昱維" userId="611d57ab1da5f08a" providerId="Windows Live" clId="Web-{13EC3E56-2DA6-4BFA-8696-D810B33563DF}" dt="2021-02-20T08:45:27.441" v="156"/>
          <ac:spMkLst>
            <pc:docMk/>
            <pc:sldMk cId="2793615648" sldId="401"/>
            <ac:spMk id="16" creationId="{50B39FA0-DBE8-4E07-A625-1102F177024E}"/>
          </ac:spMkLst>
        </pc:spChg>
        <pc:spChg chg="mod">
          <ac:chgData name="曹 昱維" userId="611d57ab1da5f08a" providerId="Windows Live" clId="Web-{13EC3E56-2DA6-4BFA-8696-D810B33563DF}" dt="2021-02-20T08:54:30.939" v="220" actId="20577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13EC3E56-2DA6-4BFA-8696-D810B33563DF}" dt="2021-02-20T08:54:32.923" v="221" actId="1076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add mod replId modClrScheme chgLayout">
        <pc:chgData name="曹 昱維" userId="611d57ab1da5f08a" providerId="Windows Live" clId="Web-{13EC3E56-2DA6-4BFA-8696-D810B33563DF}" dt="2021-02-20T09:03:44.047" v="292"/>
        <pc:sldMkLst>
          <pc:docMk/>
          <pc:sldMk cId="1765932360" sldId="402"/>
        </pc:sldMkLst>
        <pc:spChg chg="mod ord">
          <ac:chgData name="曹 昱維" userId="611d57ab1da5f08a" providerId="Windows Live" clId="Web-{13EC3E56-2DA6-4BFA-8696-D810B33563DF}" dt="2021-02-20T08:57:29.725" v="234"/>
          <ac:spMkLst>
            <pc:docMk/>
            <pc:sldMk cId="1765932360" sldId="402"/>
            <ac:spMk id="2" creationId="{0AB0D50B-2A75-4639-91F0-3896672FCCEC}"/>
          </ac:spMkLst>
        </pc:spChg>
        <pc:spChg chg="add del mod ord">
          <ac:chgData name="曹 昱維" userId="611d57ab1da5f08a" providerId="Windows Live" clId="Web-{13EC3E56-2DA6-4BFA-8696-D810B33563DF}" dt="2021-02-20T08:57:13.287" v="232"/>
          <ac:spMkLst>
            <pc:docMk/>
            <pc:sldMk cId="1765932360" sldId="402"/>
            <ac:spMk id="3" creationId="{09B85764-D7F0-45DE-8A31-7516B4AA3F47}"/>
          </ac:spMkLst>
        </pc:spChg>
        <pc:spChg chg="add del mod ord">
          <ac:chgData name="曹 昱維" userId="611d57ab1da5f08a" providerId="Windows Live" clId="Web-{13EC3E56-2DA6-4BFA-8696-D810B33563DF}" dt="2021-02-20T08:57:13.287" v="231"/>
          <ac:spMkLst>
            <pc:docMk/>
            <pc:sldMk cId="1765932360" sldId="402"/>
            <ac:spMk id="5" creationId="{845B7A15-9CEA-41C4-86A6-2C4DEF5FCCA6}"/>
          </ac:spMkLst>
        </pc:spChg>
        <pc:spChg chg="add del mod ord">
          <ac:chgData name="曹 昱維" userId="611d57ab1da5f08a" providerId="Windows Live" clId="Web-{13EC3E56-2DA6-4BFA-8696-D810B33563DF}" dt="2021-02-20T08:57:13.271" v="230"/>
          <ac:spMkLst>
            <pc:docMk/>
            <pc:sldMk cId="1765932360" sldId="402"/>
            <ac:spMk id="6" creationId="{49AE8E6D-4836-4C7D-A605-CADF37E36425}"/>
          </ac:spMkLst>
        </pc:spChg>
        <pc:spChg chg="add del mod ord">
          <ac:chgData name="曹 昱維" userId="611d57ab1da5f08a" providerId="Windows Live" clId="Web-{13EC3E56-2DA6-4BFA-8696-D810B33563DF}" dt="2021-02-20T08:57:13.271" v="229"/>
          <ac:spMkLst>
            <pc:docMk/>
            <pc:sldMk cId="1765932360" sldId="402"/>
            <ac:spMk id="7" creationId="{1F171936-AB17-4712-94C5-C3B005E1AD5D}"/>
          </ac:spMkLst>
        </pc:spChg>
        <pc:spChg chg="add del mod ord">
          <ac:chgData name="曹 昱維" userId="611d57ab1da5f08a" providerId="Windows Live" clId="Web-{13EC3E56-2DA6-4BFA-8696-D810B33563DF}" dt="2021-02-20T08:59:00.680" v="260"/>
          <ac:spMkLst>
            <pc:docMk/>
            <pc:sldMk cId="1765932360" sldId="402"/>
            <ac:spMk id="8" creationId="{9C599A66-9092-46DA-B27B-0703F37DDBBB}"/>
          </ac:spMkLst>
        </pc:spChg>
        <pc:spChg chg="add del mod ord">
          <ac:chgData name="曹 昱維" userId="611d57ab1da5f08a" providerId="Windows Live" clId="Web-{13EC3E56-2DA6-4BFA-8696-D810B33563DF}" dt="2021-02-20T08:59:09.071" v="265"/>
          <ac:spMkLst>
            <pc:docMk/>
            <pc:sldMk cId="1765932360" sldId="402"/>
            <ac:spMk id="9" creationId="{4EE4C85A-539B-4944-AD9D-ED18DB1EE909}"/>
          </ac:spMkLst>
        </pc:spChg>
        <pc:spChg chg="add mod ord">
          <ac:chgData name="曹 昱維" userId="611d57ab1da5f08a" providerId="Windows Live" clId="Web-{13EC3E56-2DA6-4BFA-8696-D810B33563DF}" dt="2021-02-20T09:02:34.389" v="284" actId="1076"/>
          <ac:spMkLst>
            <pc:docMk/>
            <pc:sldMk cId="1765932360" sldId="402"/>
            <ac:spMk id="10" creationId="{E02915EA-6739-44A2-9756-50272A650B80}"/>
          </ac:spMkLst>
        </pc:spChg>
        <pc:spChg chg="add mod ord">
          <ac:chgData name="曹 昱維" userId="611d57ab1da5f08a" providerId="Windows Live" clId="Web-{13EC3E56-2DA6-4BFA-8696-D810B33563DF}" dt="2021-02-20T09:02:48.014" v="285" actId="1076"/>
          <ac:spMkLst>
            <pc:docMk/>
            <pc:sldMk cId="1765932360" sldId="402"/>
            <ac:spMk id="11" creationId="{8433CF2C-6983-45B3-A568-8352114D610F}"/>
          </ac:spMkLst>
        </pc:spChg>
        <pc:spChg chg="add mod">
          <ac:chgData name="曹 昱維" userId="611d57ab1da5f08a" providerId="Windows Live" clId="Web-{13EC3E56-2DA6-4BFA-8696-D810B33563DF}" dt="2021-02-20T09:03:44.047" v="292"/>
          <ac:spMkLst>
            <pc:docMk/>
            <pc:sldMk cId="1765932360" sldId="402"/>
            <ac:spMk id="14" creationId="{B5F1DEA4-CF84-4624-BA65-6C6FB19A23F8}"/>
          </ac:spMkLst>
        </pc:spChg>
        <pc:spChg chg="del">
          <ac:chgData name="曹 昱維" userId="611d57ab1da5f08a" providerId="Windows Live" clId="Web-{13EC3E56-2DA6-4BFA-8696-D810B33563DF}" dt="2021-02-20T08:57:13.271" v="228"/>
          <ac:spMkLst>
            <pc:docMk/>
            <pc:sldMk cId="1765932360" sldId="402"/>
            <ac:spMk id="17" creationId="{3A7F783E-0232-4C13-BB2F-DF9501D09037}"/>
          </ac:spMkLst>
        </pc:spChg>
        <pc:picChg chg="del">
          <ac:chgData name="曹 昱維" userId="611d57ab1da5f08a" providerId="Windows Live" clId="Web-{13EC3E56-2DA6-4BFA-8696-D810B33563DF}" dt="2021-02-20T08:57:13.271" v="227"/>
          <ac:picMkLst>
            <pc:docMk/>
            <pc:sldMk cId="1765932360" sldId="402"/>
            <ac:picMk id="4" creationId="{82D1B59F-074D-4560-8ED3-62025275D123}"/>
          </ac:picMkLst>
        </pc:picChg>
        <pc:picChg chg="add mod">
          <ac:chgData name="曹 昱維" userId="611d57ab1da5f08a" providerId="Windows Live" clId="Web-{13EC3E56-2DA6-4BFA-8696-D810B33563DF}" dt="2021-02-20T09:02:30.185" v="283" actId="1076"/>
          <ac:picMkLst>
            <pc:docMk/>
            <pc:sldMk cId="1765932360" sldId="402"/>
            <ac:picMk id="12" creationId="{67A2DD02-C9E9-495A-B842-2F83AF94E9A5}"/>
          </ac:picMkLst>
        </pc:picChg>
        <pc:picChg chg="add mod">
          <ac:chgData name="曹 昱維" userId="611d57ab1da5f08a" providerId="Windows Live" clId="Web-{13EC3E56-2DA6-4BFA-8696-D810B33563DF}" dt="2021-02-20T09:02:28.326" v="282" actId="14100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19:03.601" v="330"/>
        <pc:sldMkLst>
          <pc:docMk/>
          <pc:sldMk cId="1518544506" sldId="403"/>
        </pc:sldMkLst>
        <pc:spChg chg="mod">
          <ac:chgData name="曹 昱維" userId="611d57ab1da5f08a" providerId="Windows Live" clId="Web-{13EC3E56-2DA6-4BFA-8696-D810B33563DF}" dt="2021-02-20T09:11:44.699" v="296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17:51.131" v="317"/>
          <ac:spMkLst>
            <pc:docMk/>
            <pc:sldMk cId="1518544506" sldId="403"/>
            <ac:spMk id="4" creationId="{69AF3F7D-B86C-43C5-9B1A-498AAA40FF84}"/>
          </ac:spMkLst>
        </pc:spChg>
        <pc:spChg chg="add mod">
          <ac:chgData name="曹 昱維" userId="611d57ab1da5f08a" providerId="Windows Live" clId="Web-{13EC3E56-2DA6-4BFA-8696-D810B33563DF}" dt="2021-02-20T09:18:56.460" v="327" actId="14100"/>
          <ac:spMkLst>
            <pc:docMk/>
            <pc:sldMk cId="1518544506" sldId="403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11:48.153" v="301"/>
          <ac:spMkLst>
            <pc:docMk/>
            <pc:sldMk cId="1518544506" sldId="403"/>
            <ac:spMk id="10" creationId="{E02915EA-6739-44A2-9756-50272A650B80}"/>
          </ac:spMkLst>
        </pc:spChg>
        <pc:spChg chg="del">
          <ac:chgData name="曹 昱維" userId="611d57ab1da5f08a" providerId="Windows Live" clId="Web-{13EC3E56-2DA6-4BFA-8696-D810B33563DF}" dt="2021-02-20T09:11:48.090" v="300"/>
          <ac:spMkLst>
            <pc:docMk/>
            <pc:sldMk cId="1518544506" sldId="403"/>
            <ac:spMk id="11" creationId="{8433CF2C-6983-45B3-A568-8352114D610F}"/>
          </ac:spMkLst>
        </pc:spChg>
        <pc:spChg chg="del">
          <ac:chgData name="曹 昱維" userId="611d57ab1da5f08a" providerId="Windows Live" clId="Web-{13EC3E56-2DA6-4BFA-8696-D810B33563DF}" dt="2021-02-20T09:11:48.028" v="297"/>
          <ac:spMkLst>
            <pc:docMk/>
            <pc:sldMk cId="1518544506" sldId="403"/>
            <ac:spMk id="14" creationId="{B5F1DEA4-CF84-4624-BA65-6C6FB19A23F8}"/>
          </ac:spMkLst>
        </pc:spChg>
        <pc:picChg chg="add mod">
          <ac:chgData name="曹 昱維" userId="611d57ab1da5f08a" providerId="Windows Live" clId="Web-{13EC3E56-2DA6-4BFA-8696-D810B33563DF}" dt="2021-02-20T09:18:59.601" v="328" actId="1076"/>
          <ac:picMkLst>
            <pc:docMk/>
            <pc:sldMk cId="1518544506" sldId="403"/>
            <ac:picMk id="7" creationId="{972C28B2-EBEB-4913-9FCD-97EA9CE3256E}"/>
          </ac:picMkLst>
        </pc:picChg>
        <pc:picChg chg="del">
          <ac:chgData name="曹 昱維" userId="611d57ab1da5f08a" providerId="Windows Live" clId="Web-{13EC3E56-2DA6-4BFA-8696-D810B33563DF}" dt="2021-02-20T09:11:48.028" v="299"/>
          <ac:picMkLst>
            <pc:docMk/>
            <pc:sldMk cId="1518544506" sldId="403"/>
            <ac:picMk id="12" creationId="{67A2DD02-C9E9-495A-B842-2F83AF94E9A5}"/>
          </ac:picMkLst>
        </pc:picChg>
        <pc:picChg chg="del">
          <ac:chgData name="曹 昱維" userId="611d57ab1da5f08a" providerId="Windows Live" clId="Web-{13EC3E56-2DA6-4BFA-8696-D810B33563DF}" dt="2021-02-20T09:11:48.028" v="298"/>
          <ac:picMkLst>
            <pc:docMk/>
            <pc:sldMk cId="1518544506" sldId="403"/>
            <ac:picMk id="13" creationId="{BD759ECB-6669-4E8A-99B4-5D9F35C76A8E}"/>
          </ac:picMkLst>
        </pc:picChg>
        <pc:picChg chg="add del">
          <ac:chgData name="曹 昱維" userId="611d57ab1da5f08a" providerId="Windows Live" clId="Web-{13EC3E56-2DA6-4BFA-8696-D810B33563DF}" dt="2021-02-20T09:19:03.601" v="330"/>
          <ac:picMkLst>
            <pc:docMk/>
            <pc:sldMk cId="1518544506" sldId="403"/>
            <ac:picMk id="15" creationId="{1BAB68A2-0D9E-43AA-BA9B-444105022832}"/>
          </ac:picMkLst>
        </pc:picChg>
      </pc:sldChg>
      <pc:sldChg chg="addSp modSp add replId">
        <pc:chgData name="曹 昱維" userId="611d57ab1da5f08a" providerId="Windows Live" clId="Web-{13EC3E56-2DA6-4BFA-8696-D810B33563DF}" dt="2021-02-20T09:22:09.637" v="392" actId="1076"/>
        <pc:sldMkLst>
          <pc:docMk/>
          <pc:sldMk cId="3011707870" sldId="404"/>
        </pc:sldMkLst>
        <pc:spChg chg="add mod">
          <ac:chgData name="曹 昱維" userId="611d57ab1da5f08a" providerId="Windows Live" clId="Web-{13EC3E56-2DA6-4BFA-8696-D810B33563DF}" dt="2021-02-20T09:21:54.152" v="383" actId="14100"/>
          <ac:spMkLst>
            <pc:docMk/>
            <pc:sldMk cId="3011707870" sldId="404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0:44.713" v="357" actId="20577"/>
          <ac:spMkLst>
            <pc:docMk/>
            <pc:sldMk cId="3011707870" sldId="404"/>
            <ac:spMk id="6" creationId="{FEF97EE1-839A-4367-9BE5-064DDF4F240D}"/>
          </ac:spMkLst>
        </pc:spChg>
        <pc:spChg chg="add mod">
          <ac:chgData name="曹 昱維" userId="611d57ab1da5f08a" providerId="Windows Live" clId="Web-{13EC3E56-2DA6-4BFA-8696-D810B33563DF}" dt="2021-02-20T09:22:09.637" v="392" actId="1076"/>
          <ac:spMkLst>
            <pc:docMk/>
            <pc:sldMk cId="3011707870" sldId="404"/>
            <ac:spMk id="8" creationId="{F8D53CA9-F723-4650-8E7B-4C61F46E5C6F}"/>
          </ac:spMkLst>
        </pc:spChg>
        <pc:picChg chg="add mod">
          <ac:chgData name="曹 昱維" userId="611d57ab1da5f08a" providerId="Windows Live" clId="Web-{13EC3E56-2DA6-4BFA-8696-D810B33563DF}" dt="2021-02-20T09:21:18.948" v="365" actId="1076"/>
          <ac:picMkLst>
            <pc:docMk/>
            <pc:sldMk cId="3011707870" sldId="404"/>
            <ac:picMk id="3" creationId="{F7CBAE61-0229-4FA2-AC28-9D08B7C4FB3D}"/>
          </ac:picMkLst>
        </pc:picChg>
        <pc:picChg chg="mod">
          <ac:chgData name="曹 昱維" userId="611d57ab1da5f08a" providerId="Windows Live" clId="Web-{13EC3E56-2DA6-4BFA-8696-D810B33563DF}" dt="2021-02-20T09:20:51.213" v="360" actId="1076"/>
          <ac:picMkLst>
            <pc:docMk/>
            <pc:sldMk cId="3011707870" sldId="404"/>
            <ac:picMk id="7" creationId="{972C28B2-EBEB-4913-9FCD-97EA9CE3256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23:22.405" v="403" actId="1076"/>
        <pc:sldMkLst>
          <pc:docMk/>
          <pc:sldMk cId="1714743771" sldId="405"/>
        </pc:sldMkLst>
        <pc:spChg chg="del">
          <ac:chgData name="曹 昱維" userId="611d57ab1da5f08a" providerId="Windows Live" clId="Web-{13EC3E56-2DA6-4BFA-8696-D810B33563DF}" dt="2021-02-20T09:23:14.842" v="399"/>
          <ac:spMkLst>
            <pc:docMk/>
            <pc:sldMk cId="1714743771" sldId="405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2:47.044" v="396" actId="20577"/>
          <ac:spMkLst>
            <pc:docMk/>
            <pc:sldMk cId="1714743771" sldId="405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23:14.842" v="398"/>
          <ac:spMkLst>
            <pc:docMk/>
            <pc:sldMk cId="1714743771" sldId="405"/>
            <ac:spMk id="8" creationId="{F8D53CA9-F723-4650-8E7B-4C61F46E5C6F}"/>
          </ac:spMkLst>
        </pc:spChg>
        <pc:picChg chg="del">
          <ac:chgData name="曹 昱維" userId="611d57ab1da5f08a" providerId="Windows Live" clId="Web-{13EC3E56-2DA6-4BFA-8696-D810B33563DF}" dt="2021-02-20T09:23:14.842" v="400"/>
          <ac:picMkLst>
            <pc:docMk/>
            <pc:sldMk cId="1714743771" sldId="405"/>
            <ac:picMk id="3" creationId="{F7CBAE61-0229-4FA2-AC28-9D08B7C4FB3D}"/>
          </ac:picMkLst>
        </pc:picChg>
        <pc:picChg chg="add mod">
          <ac:chgData name="曹 昱維" userId="611d57ab1da5f08a" providerId="Windows Live" clId="Web-{13EC3E56-2DA6-4BFA-8696-D810B33563DF}" dt="2021-02-20T09:23:22.405" v="403" actId="1076"/>
          <ac:picMkLst>
            <pc:docMk/>
            <pc:sldMk cId="1714743771" sldId="405"/>
            <ac:picMk id="5" creationId="{D2FD0AAD-5282-4083-BD26-24431BA7A2F9}"/>
          </ac:picMkLst>
        </pc:picChg>
        <pc:picChg chg="del">
          <ac:chgData name="曹 昱維" userId="611d57ab1da5f08a" providerId="Windows Live" clId="Web-{13EC3E56-2DA6-4BFA-8696-D810B33563DF}" dt="2021-02-20T09:23:14.842" v="401"/>
          <ac:picMkLst>
            <pc:docMk/>
            <pc:sldMk cId="1714743771" sldId="405"/>
            <ac:picMk id="7" creationId="{972C28B2-EBEB-4913-9FCD-97EA9CE3256E}"/>
          </ac:picMkLst>
        </pc:picChg>
      </pc:sldChg>
      <pc:sldChg chg="delSp modSp add replId">
        <pc:chgData name="曹 昱維" userId="611d57ab1da5f08a" providerId="Windows Live" clId="Web-{13EC3E56-2DA6-4BFA-8696-D810B33563DF}" dt="2021-02-20T09:29:30.023" v="446" actId="20577"/>
        <pc:sldMkLst>
          <pc:docMk/>
          <pc:sldMk cId="996076646" sldId="406"/>
        </pc:sldMkLst>
        <pc:spChg chg="mod">
          <ac:chgData name="曹 昱維" userId="611d57ab1da5f08a" providerId="Windows Live" clId="Web-{13EC3E56-2DA6-4BFA-8696-D810B33563DF}" dt="2021-02-20T09:29:30.023" v="446" actId="20577"/>
          <ac:spMkLst>
            <pc:docMk/>
            <pc:sldMk cId="996076646" sldId="406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25:03.391" v="410"/>
          <ac:picMkLst>
            <pc:docMk/>
            <pc:sldMk cId="996076646" sldId="406"/>
            <ac:picMk id="5" creationId="{D2FD0AAD-5282-4083-BD26-24431BA7A2F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32:58.466" v="465" actId="1076"/>
        <pc:sldMkLst>
          <pc:docMk/>
          <pc:sldMk cId="3230357714" sldId="407"/>
        </pc:sldMkLst>
        <pc:spChg chg="mod">
          <ac:chgData name="曹 昱維" userId="611d57ab1da5f08a" providerId="Windows Live" clId="Web-{13EC3E56-2DA6-4BFA-8696-D810B33563DF}" dt="2021-02-20T09:26:55.738" v="422" actId="20577"/>
          <ac:spMkLst>
            <pc:docMk/>
            <pc:sldMk cId="3230357714" sldId="407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32:39.622" v="462"/>
          <ac:spMkLst>
            <pc:docMk/>
            <pc:sldMk cId="3230357714" sldId="407"/>
            <ac:spMk id="3" creationId="{DD879C13-CD79-4E94-8264-452C0E3C635A}"/>
          </ac:spMkLst>
        </pc:spChg>
        <pc:spChg chg="mod">
          <ac:chgData name="曹 昱維" userId="611d57ab1da5f08a" providerId="Windows Live" clId="Web-{13EC3E56-2DA6-4BFA-8696-D810B33563DF}" dt="2021-02-20T09:32:10.856" v="458" actId="14100"/>
          <ac:spMkLst>
            <pc:docMk/>
            <pc:sldMk cId="3230357714" sldId="407"/>
            <ac:spMk id="6" creationId="{FEF97EE1-839A-4367-9BE5-064DDF4F240D}"/>
          </ac:spMkLst>
        </pc:spChg>
        <pc:picChg chg="add mod">
          <ac:chgData name="曹 昱維" userId="611d57ab1da5f08a" providerId="Windows Live" clId="Web-{13EC3E56-2DA6-4BFA-8696-D810B33563DF}" dt="2021-02-20T09:32:58.466" v="465" actId="1076"/>
          <ac:picMkLst>
            <pc:docMk/>
            <pc:sldMk cId="3230357714" sldId="407"/>
            <ac:picMk id="4" creationId="{35F6A476-933A-4F7A-8859-8C908FE221C1}"/>
          </ac:picMkLst>
        </pc:picChg>
      </pc:sldChg>
      <pc:sldChg chg="addSp modSp add replId">
        <pc:chgData name="曹 昱維" userId="611d57ab1da5f08a" providerId="Windows Live" clId="Web-{13EC3E56-2DA6-4BFA-8696-D810B33563DF}" dt="2021-02-20T09:34:10.890" v="478" actId="1076"/>
        <pc:sldMkLst>
          <pc:docMk/>
          <pc:sldMk cId="2142289224" sldId="408"/>
        </pc:sldMkLst>
        <pc:spChg chg="add mod">
          <ac:chgData name="曹 昱維" userId="611d57ab1da5f08a" providerId="Windows Live" clId="Web-{13EC3E56-2DA6-4BFA-8696-D810B33563DF}" dt="2021-02-20T09:34:06.796" v="477" actId="1076"/>
          <ac:spMkLst>
            <pc:docMk/>
            <pc:sldMk cId="2142289224" sldId="408"/>
            <ac:spMk id="3" creationId="{33AA4F2B-0428-40F3-B3F1-5C63492EF3C5}"/>
          </ac:spMkLst>
        </pc:spChg>
        <pc:spChg chg="mod">
          <ac:chgData name="曹 昱維" userId="611d57ab1da5f08a" providerId="Windows Live" clId="Web-{13EC3E56-2DA6-4BFA-8696-D810B33563DF}" dt="2021-02-20T09:34:10.890" v="478" actId="1076"/>
          <ac:spMkLst>
            <pc:docMk/>
            <pc:sldMk cId="2142289224" sldId="408"/>
            <ac:spMk id="6" creationId="{FEF97EE1-839A-4367-9BE5-064DDF4F240D}"/>
          </ac:spMkLst>
        </pc:spChg>
        <pc:picChg chg="mod">
          <ac:chgData name="曹 昱維" userId="611d57ab1da5f08a" providerId="Windows Live" clId="Web-{13EC3E56-2DA6-4BFA-8696-D810B33563DF}" dt="2021-02-20T09:33:43.217" v="467" actId="1076"/>
          <ac:picMkLst>
            <pc:docMk/>
            <pc:sldMk cId="2142289224" sldId="408"/>
            <ac:picMk id="4" creationId="{35F6A476-933A-4F7A-8859-8C908FE221C1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40:17.383" v="555" actId="14100"/>
        <pc:sldMkLst>
          <pc:docMk/>
          <pc:sldMk cId="1727537524" sldId="409"/>
        </pc:sldMkLst>
        <pc:spChg chg="del mod">
          <ac:chgData name="曹 昱維" userId="611d57ab1da5f08a" providerId="Windows Live" clId="Web-{13EC3E56-2DA6-4BFA-8696-D810B33563DF}" dt="2021-02-20T09:39:05.319" v="544"/>
          <ac:spMkLst>
            <pc:docMk/>
            <pc:sldMk cId="1727537524" sldId="409"/>
            <ac:spMk id="3" creationId="{33AA4F2B-0428-40F3-B3F1-5C63492EF3C5}"/>
          </ac:spMkLst>
        </pc:spChg>
        <pc:spChg chg="add del mod">
          <ac:chgData name="曹 昱維" userId="611d57ab1da5f08a" providerId="Windows Live" clId="Web-{13EC3E56-2DA6-4BFA-8696-D810B33563DF}" dt="2021-02-20T09:39:33.882" v="549"/>
          <ac:spMkLst>
            <pc:docMk/>
            <pc:sldMk cId="1727537524" sldId="409"/>
            <ac:spMk id="5" creationId="{BE63B5C9-21AE-45E7-B842-97FCC3C38CFC}"/>
          </ac:spMkLst>
        </pc:spChg>
        <pc:spChg chg="mod">
          <ac:chgData name="曹 昱維" userId="611d57ab1da5f08a" providerId="Windows Live" clId="Web-{13EC3E56-2DA6-4BFA-8696-D810B33563DF}" dt="2021-02-20T09:40:14.227" v="554" actId="1076"/>
          <ac:spMkLst>
            <pc:docMk/>
            <pc:sldMk cId="1727537524" sldId="409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36:48.034" v="528"/>
          <ac:picMkLst>
            <pc:docMk/>
            <pc:sldMk cId="1727537524" sldId="409"/>
            <ac:picMk id="4" creationId="{35F6A476-933A-4F7A-8859-8C908FE221C1}"/>
          </ac:picMkLst>
        </pc:picChg>
        <pc:picChg chg="add mod">
          <ac:chgData name="曹 昱維" userId="611d57ab1da5f08a" providerId="Windows Live" clId="Web-{13EC3E56-2DA6-4BFA-8696-D810B33563DF}" dt="2021-02-20T09:40:17.383" v="555" actId="14100"/>
          <ac:picMkLst>
            <pc:docMk/>
            <pc:sldMk cId="1727537524" sldId="409"/>
            <ac:picMk id="7" creationId="{374AD789-BEFB-4EA7-BF28-ADBF1EA718B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50:59.681" v="591" actId="20577"/>
        <pc:sldMkLst>
          <pc:docMk/>
          <pc:sldMk cId="10063616" sldId="410"/>
        </pc:sldMkLst>
        <pc:spChg chg="mod">
          <ac:chgData name="曹 昱維" userId="611d57ab1da5f08a" providerId="Windows Live" clId="Web-{13EC3E56-2DA6-4BFA-8696-D810B33563DF}" dt="2021-02-20T09:48:51.646" v="570" actId="20577"/>
          <ac:spMkLst>
            <pc:docMk/>
            <pc:sldMk cId="10063616" sldId="410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50:14.914" v="582"/>
          <ac:spMkLst>
            <pc:docMk/>
            <pc:sldMk cId="10063616" sldId="410"/>
            <ac:spMk id="3" creationId="{0B727785-636E-43A5-8860-C5644C82E701}"/>
          </ac:spMkLst>
        </pc:spChg>
        <pc:spChg chg="mod">
          <ac:chgData name="曹 昱維" userId="611d57ab1da5f08a" providerId="Windows Live" clId="Web-{13EC3E56-2DA6-4BFA-8696-D810B33563DF}" dt="2021-02-20T09:50:59.681" v="591" actId="20577"/>
          <ac:spMkLst>
            <pc:docMk/>
            <pc:sldMk cId="10063616" sldId="410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49:19.366" v="575"/>
          <ac:picMkLst>
            <pc:docMk/>
            <pc:sldMk cId="10063616" sldId="410"/>
            <ac:picMk id="7" creationId="{374AD789-BEFB-4EA7-BF28-ADBF1EA718B9}"/>
          </ac:picMkLst>
        </pc:picChg>
      </pc:sldChg>
    </pc:docChg>
  </pc:docChgLst>
  <pc:docChgLst>
    <pc:chgData name="曹 昱維" userId="611d57ab1da5f08a" providerId="Windows Live" clId="Web-{B8AE8DE9-B709-42A2-9445-06AE81E152E4}"/>
    <pc:docChg chg="modSld">
      <pc:chgData name="曹 昱維" userId="611d57ab1da5f08a" providerId="Windows Live" clId="Web-{B8AE8DE9-B709-42A2-9445-06AE81E152E4}" dt="2021-02-23T09:27:48.338" v="4" actId="20577"/>
      <pc:docMkLst>
        <pc:docMk/>
      </pc:docMkLst>
      <pc:sldChg chg="modSp">
        <pc:chgData name="曹 昱維" userId="611d57ab1da5f08a" providerId="Windows Live" clId="Web-{B8AE8DE9-B709-42A2-9445-06AE81E152E4}" dt="2021-02-23T09:27:48.338" v="4" actId="20577"/>
        <pc:sldMkLst>
          <pc:docMk/>
          <pc:sldMk cId="3599086957" sldId="418"/>
        </pc:sldMkLst>
        <pc:spChg chg="mod">
          <ac:chgData name="曹 昱維" userId="611d57ab1da5f08a" providerId="Windows Live" clId="Web-{B8AE8DE9-B709-42A2-9445-06AE81E152E4}" dt="2021-02-23T09:27:48.338" v="4" actId="20577"/>
          <ac:spMkLst>
            <pc:docMk/>
            <pc:sldMk cId="3599086957" sldId="418"/>
            <ac:spMk id="3" creationId="{4A069D30-7135-47E5-B31A-084B011EF908}"/>
          </ac:spMkLst>
        </pc:spChg>
      </pc:sldChg>
    </pc:docChg>
  </pc:docChgLst>
  <pc:docChgLst>
    <pc:chgData name="昱維 曹" userId="611d57ab1da5f08a" providerId="Windows Live" clId="Web-{156B6563-1739-9FD0-9CA5-F65342D31DF0}"/>
    <pc:docChg chg="modSld">
      <pc:chgData name="昱維 曹" userId="611d57ab1da5f08a" providerId="Windows Live" clId="Web-{156B6563-1739-9FD0-9CA5-F65342D31DF0}" dt="2025-05-27T04:14:03.194" v="5" actId="20577"/>
      <pc:docMkLst>
        <pc:docMk/>
      </pc:docMkLst>
      <pc:sldChg chg="modSp">
        <pc:chgData name="昱維 曹" userId="611d57ab1da5f08a" providerId="Windows Live" clId="Web-{156B6563-1739-9FD0-9CA5-F65342D31DF0}" dt="2025-05-27T04:14:03.194" v="5" actId="20577"/>
        <pc:sldMkLst>
          <pc:docMk/>
          <pc:sldMk cId="2071263905" sldId="331"/>
        </pc:sldMkLst>
        <pc:spChg chg="mod">
          <ac:chgData name="昱維 曹" userId="611d57ab1da5f08a" providerId="Windows Live" clId="Web-{156B6563-1739-9FD0-9CA5-F65342D31DF0}" dt="2025-05-27T04:14:03.194" v="5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6384B6D5-DC63-4C25-94F1-C76E7436D7D9}"/>
    <pc:docChg chg="addSld modSld sldOrd">
      <pc:chgData name="曹 昱維" userId="611d57ab1da5f08a" providerId="Windows Live" clId="Web-{6384B6D5-DC63-4C25-94F1-C76E7436D7D9}" dt="2021-02-24T07:53:23.081" v="60" actId="20577"/>
      <pc:docMkLst>
        <pc:docMk/>
      </pc:docMkLst>
      <pc:sldChg chg="addSp delSp modSp ord">
        <pc:chgData name="曹 昱維" userId="611d57ab1da5f08a" providerId="Windows Live" clId="Web-{6384B6D5-DC63-4C25-94F1-C76E7436D7D9}" dt="2021-02-24T07:52:39.955" v="44" actId="1076"/>
        <pc:sldMkLst>
          <pc:docMk/>
          <pc:sldMk cId="1142469904" sldId="415"/>
        </pc:sldMkLst>
        <pc:spChg chg="mod">
          <ac:chgData name="曹 昱維" userId="611d57ab1da5f08a" providerId="Windows Live" clId="Web-{6384B6D5-DC63-4C25-94F1-C76E7436D7D9}" dt="2021-02-24T07:35:15.368" v="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6384B6D5-DC63-4C25-94F1-C76E7436D7D9}" dt="2021-02-24T07:48:20.152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6384B6D5-DC63-4C25-94F1-C76E7436D7D9}" dt="2021-02-24T07:48:41.230" v="38"/>
          <ac:picMkLst>
            <pc:docMk/>
            <pc:sldMk cId="1142469904" sldId="415"/>
            <ac:picMk id="3" creationId="{5F7C2C57-A2F9-4390-B4BC-2D46A068ADAF}"/>
          </ac:picMkLst>
        </pc:picChg>
        <pc:picChg chg="add mod">
          <ac:chgData name="曹 昱維" userId="611d57ab1da5f08a" providerId="Windows Live" clId="Web-{6384B6D5-DC63-4C25-94F1-C76E7436D7D9}" dt="2021-02-24T07:52:39.955" v="44" actId="1076"/>
          <ac:picMkLst>
            <pc:docMk/>
            <pc:sldMk cId="1142469904" sldId="415"/>
            <ac:picMk id="4" creationId="{A039C708-DA12-46D4-B5AB-C35157C2DC2A}"/>
          </ac:picMkLst>
        </pc:picChg>
      </pc:sldChg>
      <pc:sldChg chg="modSp">
        <pc:chgData name="曹 昱維" userId="611d57ab1da5f08a" providerId="Windows Live" clId="Web-{6384B6D5-DC63-4C25-94F1-C76E7436D7D9}" dt="2021-02-24T07:53:23.081" v="60" actId="20577"/>
        <pc:sldMkLst>
          <pc:docMk/>
          <pc:sldMk cId="727191407" sldId="416"/>
        </pc:sldMkLst>
        <pc:spChg chg="mod">
          <ac:chgData name="曹 昱維" userId="611d57ab1da5f08a" providerId="Windows Live" clId="Web-{6384B6D5-DC63-4C25-94F1-C76E7436D7D9}" dt="2021-02-24T07:52:57.111" v="46" actId="20577"/>
          <ac:spMkLst>
            <pc:docMk/>
            <pc:sldMk cId="727191407" sldId="416"/>
            <ac:spMk id="3" creationId="{66054DA7-CC44-4608-A55E-6D3A100F79DD}"/>
          </ac:spMkLst>
        </pc:spChg>
        <pc:spChg chg="mod">
          <ac:chgData name="曹 昱維" userId="611d57ab1da5f08a" providerId="Windows Live" clId="Web-{6384B6D5-DC63-4C25-94F1-C76E7436D7D9}" dt="2021-02-24T07:53:23.081" v="60" actId="20577"/>
          <ac:spMkLst>
            <pc:docMk/>
            <pc:sldMk cId="727191407" sldId="416"/>
            <ac:spMk id="5" creationId="{C36D046E-31BA-4E65-9370-6ACBCD291D8C}"/>
          </ac:spMkLst>
        </pc:spChg>
      </pc:sldChg>
      <pc:sldChg chg="add replId">
        <pc:chgData name="曹 昱維" userId="611d57ab1da5f08a" providerId="Windows Live" clId="Web-{6384B6D5-DC63-4C25-94F1-C76E7436D7D9}" dt="2021-02-24T07:35:07.415" v="1"/>
        <pc:sldMkLst>
          <pc:docMk/>
          <pc:sldMk cId="83326372" sldId="4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F575-96AF-160B-4213-D25CCE95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B2EA1-E102-61AC-39AB-B57D390E7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4D406-103F-7EB0-F85F-405664A02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5841B-64E9-FD32-AE76-24CD8CE8EE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D4A93-6C24-8278-5CE5-1C7703DCD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BF407100-AD2C-8B04-6E80-E5AFDA1AD5DE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531404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0410-75A0-7A65-3C8A-F7485AE4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E0DC9-54E8-9240-FAC7-B9EC9F618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1D3FE-16BB-9534-A50A-8F53D0E83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A9B0A-BC07-7D57-54FC-3040E86660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6142F-F46D-E120-1230-5D8245B3C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76F5D3B5-B27E-A610-496D-883A0C05A62A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02473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A200-C3FA-5E95-78BF-96AB0E3D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CD6B2-7EF7-853A-8B7D-C729AA08D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E9352-9614-E63F-BBCB-AA50ABD6B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A1EC2-6EDE-A7B9-024E-4BFDC34227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1C6A7-5E47-6A58-13AC-51A857A4D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B7F2C523-3C1C-F296-2A10-011D7A9BE566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436060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00A1-2A3D-D3C1-A2C4-BDFD9EF3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C4885-9624-4F34-CE6D-7FF1FD003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4B550-DF12-E4EF-E619-D3922ECC1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A0E0A-B4DB-CF6C-9CA8-10328E7E6D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E9B25-3C2F-796D-902F-59AA8F025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778A55C0-4EBE-9D0E-FF0F-46E35EFE522F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12678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4141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30" y="2852936"/>
            <a:ext cx="11825109" cy="587594"/>
          </a:xfrm>
        </p:spPr>
        <p:txBody>
          <a:bodyPr/>
          <a:lstStyle/>
          <a:p>
            <a:r>
              <a:rPr lang="en-US" dirty="0">
                <a:cs typeface="Arial"/>
              </a:rPr>
              <a:t>Flask cache</a:t>
            </a:r>
            <a:endParaRPr lang="zh-TW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F68FC8F-8C93-46BF-9594-D49A56F9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18</a:t>
            </a: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Cache</a:t>
            </a:r>
            <a:endParaRPr lang="en-US" alt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在一個 Flask 應用中，快取(</a:t>
            </a:r>
            <a:r>
              <a:rPr lang="zh-TW" sz="3400" b="0">
                <a:latin typeface="Arial"/>
                <a:ea typeface="微軟正黑體"/>
                <a:cs typeface="Arial"/>
              </a:rPr>
              <a:t>Cache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)常用來減少不必要的運算，提高應用效能與反應速度。</a:t>
            </a:r>
          </a:p>
          <a:p>
            <a:pPr marL="421640" indent="-421640">
              <a:buClr>
                <a:srgbClr val="E1CB1A"/>
              </a:buClr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常見的 Cache 應用場景</a:t>
            </a:r>
          </a:p>
          <a:p>
            <a:pPr marL="878840" lvl="1" indent="-433705">
              <a:buClr>
                <a:srgbClr val="42BBC6"/>
              </a:buClr>
            </a:pPr>
            <a:r>
              <a:rPr lang="zh-TW" altLang="en-US" sz="2950" b="0">
                <a:latin typeface="Arial"/>
                <a:ea typeface="微軟正黑體"/>
                <a:cs typeface="Arial"/>
              </a:rPr>
              <a:t>頁面/視圖快取（View Caching / Full Page Caching）: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 b="0">
                <a:latin typeface="Arial"/>
                <a:ea typeface="微軟正黑體"/>
                <a:cs typeface="Arial"/>
              </a:rPr>
              <a:t>將整個 HTML 頁面或 API 回應結果快取起來，避免每次都重新產生內容。</a:t>
            </a:r>
          </a:p>
          <a:p>
            <a:pPr marL="878840" lvl="1" indent="-433705">
              <a:buClr>
                <a:srgbClr val="42BBC6"/>
              </a:buClr>
            </a:pPr>
            <a:r>
              <a:rPr lang="zh-TW" altLang="en-US" sz="2950" b="0">
                <a:latin typeface="Arial"/>
                <a:ea typeface="微軟正黑體"/>
                <a:cs typeface="Arial"/>
              </a:rPr>
              <a:t>查詢快取（Database Query Caching）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 b="0">
                <a:latin typeface="Arial"/>
                <a:ea typeface="微軟正黑體"/>
                <a:cs typeface="Arial"/>
              </a:rPr>
              <a:t>避免頻繁查詢資料庫，特別是報表或查詢參數變化不大的情境</a:t>
            </a:r>
            <a:r>
              <a:rPr lang="zh-TW" altLang="en-US" sz="2450">
                <a:latin typeface="Arial"/>
                <a:ea typeface="微軟正黑體"/>
                <a:cs typeface="Arial"/>
              </a:rPr>
              <a:t>。</a:t>
            </a:r>
          </a:p>
          <a:p>
            <a:pPr marL="878840" lvl="1" indent="-433705">
              <a:buClr>
                <a:srgbClr val="42BBC6"/>
              </a:buClr>
            </a:pPr>
            <a:r>
              <a:rPr lang="zh-TW" altLang="en-US" sz="2950" b="0">
                <a:latin typeface="Arial"/>
                <a:ea typeface="微軟正黑體"/>
                <a:cs typeface="Arial"/>
              </a:rPr>
              <a:t>計算結果快取（Expensive Computation Caching）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 b="0">
                <a:latin typeface="Arial"/>
                <a:ea typeface="微軟正黑體"/>
                <a:cs typeface="Arial"/>
              </a:rPr>
              <a:t>快取大量運算（如 ML 模型推論、統計報表等）的結果</a:t>
            </a:r>
          </a:p>
        </p:txBody>
      </p:sp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9EC2-16CD-0AC0-4567-970B0FA0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3812-9546-0FF6-C23B-BADD6F86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Flask-Caching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1E697B-AD4F-59B3-201B-605100759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>
                <a:latin typeface="Arial"/>
                <a:ea typeface="微軟正黑體"/>
                <a:cs typeface="Arial"/>
              </a:rPr>
              <a:t>Flask-Caching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是一個專為 Flask 應用所設計的快取擴充套件，提供簡單統一的 API 來對「資料、視圖函式、查詢結果等」進行快取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。</a:t>
            </a: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透過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Cache(app)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對Flask app 設定快取</a:t>
            </a:r>
            <a:endParaRPr lang="zh-TW" altLang="en-US" sz="3400" b="0">
              <a:latin typeface="Arial"/>
            </a:endParaRPr>
          </a:p>
        </p:txBody>
      </p:sp>
      <p:pic>
        <p:nvPicPr>
          <p:cNvPr id="3" name="圖片 2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043F0B0A-0039-E674-F959-D5A8B067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86" r="167" b="621"/>
          <a:stretch>
            <a:fillRect/>
          </a:stretch>
        </p:blipFill>
        <p:spPr>
          <a:xfrm>
            <a:off x="2175150" y="3424781"/>
            <a:ext cx="7841708" cy="19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4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B857-D70D-1404-C864-739833FD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329-4071-AE7C-3697-891AC6B0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cs typeface="Arial"/>
              </a:rPr>
              <a:t>cache_type</a:t>
            </a:r>
            <a:endParaRPr lang="en-US" altLang="en-US" dirty="0" err="1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B94865-3B90-0BF7-4ED7-887E82AFB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透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過</a:t>
            </a:r>
            <a:r>
              <a:rPr lang="zh-TW" sz="3400" b="0">
                <a:latin typeface="Arial"/>
                <a:ea typeface="微軟正黑體"/>
                <a:cs typeface="Arial"/>
              </a:rPr>
              <a:t>設定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 </a:t>
            </a:r>
            <a:r>
              <a:rPr lang="en-US" altLang="zh-TW" sz="3400" err="1">
                <a:latin typeface="Arial"/>
                <a:ea typeface="微軟正黑體"/>
                <a:cs typeface="Arial"/>
              </a:rPr>
              <a:t>app.config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[</a:t>
            </a:r>
            <a:r>
              <a:rPr lang="zh-TW" sz="3400">
                <a:latin typeface="Arial"/>
                <a:ea typeface="微軟正黑體"/>
                <a:cs typeface="Arial"/>
              </a:rPr>
              <a:t>CACHE_TYPE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]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 </a:t>
            </a:r>
            <a:r>
              <a:rPr lang="zh-TW" sz="3400" b="0">
                <a:latin typeface="Arial"/>
                <a:ea typeface="微軟正黑體"/>
                <a:cs typeface="Arial"/>
              </a:rPr>
              <a:t>選擇快取方式：</a:t>
            </a:r>
            <a:endParaRPr lang="zh-TW" sz="3400" b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3000" b="0">
                <a:latin typeface="Arial"/>
                <a:ea typeface="微軟正黑體"/>
                <a:cs typeface="Arial"/>
              </a:rPr>
              <a:t>支援的快取方式</a:t>
            </a:r>
            <a:endParaRPr lang="zh-TW" altLang="en-US" sz="295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5063257-D166-EBBA-2B6A-818376085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985297"/>
              </p:ext>
            </p:extLst>
          </p:nvPr>
        </p:nvGraphicFramePr>
        <p:xfrm>
          <a:off x="604344" y="2088930"/>
          <a:ext cx="11272908" cy="420624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2818227">
                  <a:extLst>
                    <a:ext uri="{9D8B030D-6E8A-4147-A177-3AD203B41FA5}">
                      <a16:colId xmlns:a16="http://schemas.microsoft.com/office/drawing/2014/main" val="934852054"/>
                    </a:ext>
                  </a:extLst>
                </a:gridCol>
                <a:gridCol w="2818227">
                  <a:extLst>
                    <a:ext uri="{9D8B030D-6E8A-4147-A177-3AD203B41FA5}">
                      <a16:colId xmlns:a16="http://schemas.microsoft.com/office/drawing/2014/main" val="4194579751"/>
                    </a:ext>
                  </a:extLst>
                </a:gridCol>
                <a:gridCol w="2818227">
                  <a:extLst>
                    <a:ext uri="{9D8B030D-6E8A-4147-A177-3AD203B41FA5}">
                      <a16:colId xmlns:a16="http://schemas.microsoft.com/office/drawing/2014/main" val="1093066745"/>
                    </a:ext>
                  </a:extLst>
                </a:gridCol>
                <a:gridCol w="2818227">
                  <a:extLst>
                    <a:ext uri="{9D8B030D-6E8A-4147-A177-3AD203B41FA5}">
                      <a16:colId xmlns:a16="http://schemas.microsoft.com/office/drawing/2014/main" val="255773529"/>
                    </a:ext>
                  </a:extLst>
                </a:gridCol>
              </a:tblGrid>
              <a:tr h="314312">
                <a:tc>
                  <a:txBody>
                    <a:bodyPr/>
                    <a:lstStyle/>
                    <a:p>
                      <a:r>
                        <a:rPr lang="zh-TW" altLang="en-US" sz="1800"/>
                        <a:t>快取類型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說明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安裝套件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適合場景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284413"/>
                  </a:ext>
                </a:extLst>
              </a:tr>
              <a:tr h="541314">
                <a:tc>
                  <a:txBody>
                    <a:bodyPr/>
                    <a:lstStyle/>
                    <a:p>
                      <a:r>
                        <a:rPr lang="af-ZA" sz="1800" err="1"/>
                        <a:t>SimpleCache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記憶體內建快取（非多執行緒安全）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內建，無需額外安裝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測試、小型單機應用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113694"/>
                  </a:ext>
                </a:extLst>
              </a:tr>
              <a:tr h="314312">
                <a:tc>
                  <a:txBody>
                    <a:bodyPr/>
                    <a:lstStyle/>
                    <a:p>
                      <a:r>
                        <a:rPr lang="af-ZA" sz="1800" err="1"/>
                        <a:t>RedisCache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使用 </a:t>
                      </a:r>
                      <a:r>
                        <a:rPr lang="af-ZA" sz="1800" err="1"/>
                        <a:t>Redis</a:t>
                      </a:r>
                      <a:r>
                        <a:rPr lang="af-ZA" sz="1800" dirty="0"/>
                        <a:t> </a:t>
                      </a:r>
                      <a:r>
                        <a:rPr lang="zh-TW" altLang="en-US" sz="1800"/>
                        <a:t>作為快取後端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err="1"/>
                        <a:t>redis</a:t>
                      </a:r>
                      <a:r>
                        <a:rPr lang="af-ZA" sz="1800" dirty="0"/>
                        <a:t>, </a:t>
                      </a:r>
                      <a:r>
                        <a:rPr lang="af-ZA" sz="1800" err="1"/>
                        <a:t>flask-caching</a:t>
                      </a:r>
                      <a:r>
                        <a:rPr lang="af-ZA" sz="1800" dirty="0"/>
                        <a:t>[</a:t>
                      </a:r>
                      <a:r>
                        <a:rPr lang="af-ZA" sz="1800" err="1"/>
                        <a:t>redis</a:t>
                      </a:r>
                      <a:r>
                        <a:rPr lang="af-ZA" sz="1800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生產環境、分散式部署最佳選擇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316738"/>
                  </a:ext>
                </a:extLst>
              </a:tr>
              <a:tr h="541314">
                <a:tc>
                  <a:txBody>
                    <a:bodyPr/>
                    <a:lstStyle/>
                    <a:p>
                      <a:r>
                        <a:rPr lang="af-ZA" sz="1800" err="1"/>
                        <a:t>MemcachedCache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使用 </a:t>
                      </a:r>
                      <a:r>
                        <a:rPr lang="af-ZA" sz="1800" err="1"/>
                        <a:t>Memcached</a:t>
                      </a:r>
                      <a:r>
                        <a:rPr lang="af-ZA" sz="1800" dirty="0"/>
                        <a:t> </a:t>
                      </a:r>
                      <a:r>
                        <a:rPr lang="zh-TW" altLang="en-US" sz="1800"/>
                        <a:t>快取（基於 </a:t>
                      </a:r>
                      <a:r>
                        <a:rPr lang="af-ZA" sz="1800" dirty="0"/>
                        <a:t>RAM、</a:t>
                      </a:r>
                      <a:r>
                        <a:rPr lang="zh-TW" altLang="en-US" sz="1800"/>
                        <a:t>速度快）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err="1"/>
                        <a:t>pymemcache</a:t>
                      </a:r>
                      <a:r>
                        <a:rPr lang="af-ZA" sz="1800" dirty="0"/>
                        <a:t> </a:t>
                      </a:r>
                      <a:r>
                        <a:rPr lang="zh-TW" altLang="en-US" sz="1800"/>
                        <a:t>或 </a:t>
                      </a:r>
                      <a:r>
                        <a:rPr lang="af-ZA" sz="1800" err="1"/>
                        <a:t>python-memcached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分散式但不支援持久化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361275"/>
                  </a:ext>
                </a:extLst>
              </a:tr>
              <a:tr h="314312">
                <a:tc>
                  <a:txBody>
                    <a:bodyPr/>
                    <a:lstStyle/>
                    <a:p>
                      <a:r>
                        <a:rPr lang="af-ZA" sz="1800" err="1"/>
                        <a:t>FileSystemCache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將快取儲存在檔案系統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內建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不建議大量使用、較慢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925041"/>
                  </a:ext>
                </a:extLst>
              </a:tr>
              <a:tr h="541314">
                <a:tc>
                  <a:txBody>
                    <a:bodyPr/>
                    <a:lstStyle/>
                    <a:p>
                      <a:r>
                        <a:rPr lang="af-ZA" sz="1800" err="1"/>
                        <a:t>NullCache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不做任何快取（可用於停用快取時的 </a:t>
                      </a:r>
                      <a:r>
                        <a:rPr lang="af-ZA" sz="1800" err="1"/>
                        <a:t>fallback</a:t>
                      </a:r>
                      <a:r>
                        <a:rPr lang="af-ZA" sz="18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內建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調試或開發階段使用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968727"/>
                  </a:ext>
                </a:extLst>
              </a:tr>
              <a:tr h="768319">
                <a:tc>
                  <a:txBody>
                    <a:bodyPr/>
                    <a:lstStyle/>
                    <a:p>
                      <a:r>
                        <a:rPr lang="af-ZA" sz="1800" err="1"/>
                        <a:t>Custom</a:t>
                      </a:r>
                      <a:r>
                        <a:rPr lang="af-ZA" sz="1800" dirty="0"/>
                        <a:t> </a:t>
                      </a:r>
                      <a:r>
                        <a:rPr lang="af-ZA" sz="1800" err="1"/>
                        <a:t>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你可以自訂一個類別繼承 </a:t>
                      </a:r>
                      <a:r>
                        <a:rPr lang="af-ZA" sz="1800" err="1"/>
                        <a:t>BaseCache</a:t>
                      </a:r>
                      <a:r>
                        <a:rPr lang="af-ZA" sz="1800" dirty="0"/>
                        <a:t>，</a:t>
                      </a:r>
                      <a:r>
                        <a:rPr lang="zh-TW" altLang="en-US" sz="1800"/>
                        <a:t>實作自有儲存邏輯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特殊用途，如 </a:t>
                      </a:r>
                      <a:r>
                        <a:rPr lang="af-ZA" sz="1800" dirty="0"/>
                        <a:t>S3、</a:t>
                      </a:r>
                      <a:r>
                        <a:rPr lang="zh-TW" altLang="en-US" sz="1800"/>
                        <a:t>資料庫等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081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4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7D3B-DB26-BB57-1502-38252747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2468-6A50-5F35-31BE-0451916E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Flask-Caching</a:t>
            </a:r>
            <a:r>
              <a:rPr lang="en-US" altLang="en-US" dirty="0">
                <a:cs typeface="Arial"/>
              </a:rPr>
              <a:t> </a:t>
            </a:r>
            <a:r>
              <a:rPr lang="en-US" altLang="zh-TW" dirty="0" err="1">
                <a:cs typeface="Arial"/>
              </a:rPr>
              <a:t>常用方法</a:t>
            </a:r>
            <a:endParaRPr lang="en-US" altLang="en-US" b="0" dirty="0" err="1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56E045-FBE2-85B6-954B-4C82D3814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@cache.cached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— 快取整個路由（View Caching）</a:t>
            </a:r>
            <a:endParaRPr lang="zh-TW" altLang="en-US" sz="3400" b="0" dirty="0">
              <a:latin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@cache.memoize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— 快取函數結果（Function Result Caching）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cache.get(key)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— 取得快取值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cache.delete(key)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— 刪除快取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sz="3400">
                <a:latin typeface="Arial"/>
                <a:ea typeface="微軟正黑體"/>
                <a:cs typeface="Arial"/>
              </a:rPr>
              <a:t>cache.set(key, val)</a:t>
            </a:r>
            <a:r>
              <a:rPr lang="zh-TW" sz="3400" b="0">
                <a:latin typeface="Arial"/>
                <a:ea typeface="微軟正黑體"/>
                <a:cs typeface="Arial"/>
              </a:rPr>
              <a:t> — 手動設定快取</a:t>
            </a:r>
            <a:endParaRPr lang="zh-TW" sz="3400" b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cache.clear()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— 清除所有快取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sz="270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73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335E-DEAF-2EC8-EC34-E5FEAC405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1AEA-914F-2DCB-712A-958B91E9C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@cache.memoize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83F7E4D-2EB2-9914-C74F-57D568B4D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@cache.memoize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會記住程式的執行結果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3000" b="0">
                <a:latin typeface="Arial"/>
                <a:ea typeface="微軟正黑體"/>
                <a:cs typeface="Arial"/>
              </a:rPr>
              <a:t>@cache.memoize 會直接回傳它記住的</a:t>
            </a:r>
            <a:r>
              <a:rPr lang="zh-TW" sz="3400" b="0">
                <a:latin typeface="Arial"/>
                <a:ea typeface="微軟正黑體"/>
                <a:cs typeface="Arial"/>
              </a:rPr>
              <a:t>執行結果</a:t>
            </a:r>
            <a:endParaRPr lang="zh-TW" altLang="en-US" sz="30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3000" b="0">
                <a:latin typeface="Arial"/>
                <a:ea typeface="微軟正黑體"/>
                <a:cs typeface="Arial"/>
              </a:rPr>
              <a:t>執行結果與輸入值有關</a:t>
            </a:r>
            <a:endParaRPr lang="zh-TW" sz="3000" b="0">
              <a:solidFill>
                <a:srgbClr val="717171"/>
              </a:solidFill>
              <a:latin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500">
                <a:latin typeface="Arial"/>
                <a:ea typeface="微軟正黑體"/>
                <a:cs typeface="Arial"/>
              </a:rPr>
              <a:t>所以</a:t>
            </a:r>
            <a:r>
              <a:rPr lang="zh-TW" altLang="en-US" sz="2500" b="0">
                <a:latin typeface="Arial"/>
                <a:ea typeface="微軟正黑體"/>
                <a:cs typeface="Arial"/>
              </a:rPr>
              <a:t>@cache.memoize 會連同輸入值一起記住</a:t>
            </a:r>
            <a:endParaRPr lang="zh-TW" altLang="en-US" sz="2500" b="0">
              <a:latin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3000" b="0">
                <a:latin typeface="Arial"/>
                <a:ea typeface="微軟正黑體"/>
                <a:cs typeface="Arial"/>
              </a:rPr>
              <a:t>當輸入值相同時, </a:t>
            </a:r>
            <a:r>
              <a:rPr lang="zh-TW" sz="3000" b="0">
                <a:latin typeface="Arial"/>
                <a:ea typeface="微軟正黑體"/>
                <a:cs typeface="Arial"/>
              </a:rPr>
              <a:t>@cache.memoize 會直接回傳</a:t>
            </a:r>
            <a:r>
              <a:rPr lang="zh-TW" altLang="en-US" sz="3000" b="0">
                <a:latin typeface="Arial"/>
                <a:ea typeface="微軟正黑體"/>
                <a:cs typeface="Arial"/>
              </a:rPr>
              <a:t>與該輸入值對應</a:t>
            </a:r>
            <a:r>
              <a:rPr lang="zh-TW" sz="3000" b="0">
                <a:latin typeface="Arial"/>
                <a:ea typeface="微軟正黑體"/>
                <a:cs typeface="Arial"/>
              </a:rPr>
              <a:t>的執行結果</a:t>
            </a:r>
            <a:endParaRPr lang="zh-TW" sz="3000" b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3000" b="0">
                <a:latin typeface="Arial"/>
                <a:ea typeface="微軟正黑體"/>
                <a:cs typeface="Arial"/>
              </a:rPr>
              <a:t>但是當輸入值變動時</a:t>
            </a:r>
            <a:r>
              <a:rPr lang="en-US" altLang="zh-TW" sz="3000" b="0" dirty="0">
                <a:latin typeface="Arial"/>
                <a:ea typeface="微軟正黑體"/>
                <a:cs typeface="Arial"/>
              </a:rPr>
              <a:t>,</a:t>
            </a:r>
            <a:r>
              <a:rPr lang="zh-TW" altLang="en-US" sz="30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000" b="0" dirty="0">
                <a:latin typeface="Arial"/>
                <a:ea typeface="微軟正黑體"/>
                <a:cs typeface="Arial"/>
              </a:rPr>
              <a:t>@cache.memoize</a:t>
            </a:r>
            <a:r>
              <a:rPr lang="zh-TW" altLang="en-US" sz="3000" b="0">
                <a:latin typeface="Arial"/>
                <a:ea typeface="微軟正黑體"/>
                <a:cs typeface="Arial"/>
              </a:rPr>
              <a:t> 就會重新執行程式, 再記住新的輸入值與結果</a:t>
            </a:r>
            <a:endParaRPr lang="zh-TW" sz="3000" b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sz="3000" b="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sz="270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1261294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2019簡報範本_light</vt:lpstr>
      <vt:lpstr>Flask cache</vt:lpstr>
      <vt:lpstr>Cache</vt:lpstr>
      <vt:lpstr>Flask-Caching</vt:lpstr>
      <vt:lpstr>cache_type</vt:lpstr>
      <vt:lpstr>Flask-Caching 常用方法</vt:lpstr>
      <vt:lpstr>@cache.memoize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500</cp:revision>
  <cp:lastPrinted>2019-04-29T05:54:36Z</cp:lastPrinted>
  <dcterms:created xsi:type="dcterms:W3CDTF">2019-04-17T09:27:11Z</dcterms:created>
  <dcterms:modified xsi:type="dcterms:W3CDTF">2025-06-05T13:14:19Z</dcterms:modified>
  <cp:category>淺色</cp:category>
</cp:coreProperties>
</file>