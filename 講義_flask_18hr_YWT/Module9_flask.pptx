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331" r:id="rId2"/>
    <p:sldId id="400" r:id="rId3"/>
    <p:sldId id="402" r:id="rId4"/>
    <p:sldId id="399" r:id="rId5"/>
    <p:sldId id="403" r:id="rId6"/>
    <p:sldId id="404" r:id="rId7"/>
    <p:sldId id="405" r:id="rId8"/>
    <p:sldId id="408" r:id="rId9"/>
    <p:sldId id="406" r:id="rId10"/>
    <p:sldId id="410" r:id="rId11"/>
    <p:sldId id="411" r:id="rId12"/>
    <p:sldId id="412" r:id="rId13"/>
    <p:sldId id="409" r:id="rId14"/>
    <p:sldId id="407" r:id="rId15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79E032-312A-461C-C1AB-D7408707179D}" v="14" dt="2026-06-10T18:30:56.047"/>
    <p1510:client id="{3B3BFE8C-68CE-5518-687A-E6E86EFAEB3E}" v="27" dt="2026-06-10T17:30:44.760"/>
    <p1510:client id="{EC86A429-1C65-243B-E243-C08965C390E7}" v="23" dt="2026-06-10T12:57:32.453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維 曹" userId="611d57ab1da5f08a" providerId="Windows Live" clId="Web-{5F6AE8DE-521F-CE9E-A7C2-8828CBE020D5}"/>
    <pc:docChg chg="modSld">
      <pc:chgData name="昱維 曹" userId="611d57ab1da5f08a" providerId="Windows Live" clId="Web-{5F6AE8DE-521F-CE9E-A7C2-8828CBE020D5}" dt="2026-05-30T12:06:59.139" v="5" actId="1076"/>
      <pc:docMkLst>
        <pc:docMk/>
      </pc:docMkLst>
      <pc:sldChg chg="addSp delSp modSp">
        <pc:chgData name="昱維 曹" userId="611d57ab1da5f08a" providerId="Windows Live" clId="Web-{5F6AE8DE-521F-CE9E-A7C2-8828CBE020D5}" dt="2026-05-30T12:06:59.139" v="5" actId="1076"/>
        <pc:sldMkLst>
          <pc:docMk/>
          <pc:sldMk cId="1733713131" sldId="408"/>
        </pc:sldMkLst>
      </pc:sldChg>
    </pc:docChg>
  </pc:docChgLst>
  <pc:docChgLst>
    <pc:chgData name="昱維 曹" userId="611d57ab1da5f08a" providerId="Windows Live" clId="Web-{3B3BFE8C-68CE-5518-687A-E6E86EFAEB3E}"/>
    <pc:docChg chg="addSld delSld modSld sldOrd">
      <pc:chgData name="昱維 曹" userId="611d57ab1da5f08a" providerId="Windows Live" clId="Web-{3B3BFE8C-68CE-5518-687A-E6E86EFAEB3E}" dt="2026-06-10T17:30:44.760" v="26" actId="1076"/>
      <pc:docMkLst>
        <pc:docMk/>
      </pc:docMkLst>
      <pc:sldChg chg="ord">
        <pc:chgData name="昱維 曹" userId="611d57ab1da5f08a" providerId="Windows Live" clId="Web-{3B3BFE8C-68CE-5518-687A-E6E86EFAEB3E}" dt="2026-06-10T17:04:15.362" v="16"/>
        <pc:sldMkLst>
          <pc:docMk/>
          <pc:sldMk cId="4100030116" sldId="406"/>
        </pc:sldMkLst>
      </pc:sldChg>
      <pc:sldChg chg="addSp delSp modSp">
        <pc:chgData name="昱維 曹" userId="611d57ab1da5f08a" providerId="Windows Live" clId="Web-{3B3BFE8C-68CE-5518-687A-E6E86EFAEB3E}" dt="2026-06-10T17:02:58.375" v="11" actId="14100"/>
        <pc:sldMkLst>
          <pc:docMk/>
          <pc:sldMk cId="2731163654" sldId="410"/>
        </pc:sldMkLst>
        <pc:spChg chg="mod">
          <ac:chgData name="昱維 曹" userId="611d57ab1da5f08a" providerId="Windows Live" clId="Web-{3B3BFE8C-68CE-5518-687A-E6E86EFAEB3E}" dt="2026-06-10T17:02:49.484" v="9" actId="20577"/>
          <ac:spMkLst>
            <pc:docMk/>
            <pc:sldMk cId="2731163654" sldId="410"/>
            <ac:spMk id="3" creationId="{14F22BCC-5707-5192-F928-411F45063C9F}"/>
          </ac:spMkLst>
        </pc:spChg>
        <pc:picChg chg="add mod">
          <ac:chgData name="昱維 曹" userId="611d57ab1da5f08a" providerId="Windows Live" clId="Web-{3B3BFE8C-68CE-5518-687A-E6E86EFAEB3E}" dt="2026-06-10T17:02:58.375" v="11" actId="14100"/>
          <ac:picMkLst>
            <pc:docMk/>
            <pc:sldMk cId="2731163654" sldId="410"/>
            <ac:picMk id="4" creationId="{39289196-D8F3-2EFF-2428-04D571CD0AAE}"/>
          </ac:picMkLst>
        </pc:picChg>
        <pc:picChg chg="del">
          <ac:chgData name="昱維 曹" userId="611d57ab1da5f08a" providerId="Windows Live" clId="Web-{3B3BFE8C-68CE-5518-687A-E6E86EFAEB3E}" dt="2026-06-10T17:01:42.967" v="1"/>
          <ac:picMkLst>
            <pc:docMk/>
            <pc:sldMk cId="2731163654" sldId="410"/>
            <ac:picMk id="6" creationId="{10200144-C168-5C57-A319-351F0162C46A}"/>
          </ac:picMkLst>
        </pc:picChg>
      </pc:sldChg>
      <pc:sldChg chg="addSp delSp modSp">
        <pc:chgData name="昱維 曹" userId="611d57ab1da5f08a" providerId="Windows Live" clId="Web-{3B3BFE8C-68CE-5518-687A-E6E86EFAEB3E}" dt="2026-06-10T17:30:44.760" v="26" actId="1076"/>
        <pc:sldMkLst>
          <pc:docMk/>
          <pc:sldMk cId="97614244" sldId="411"/>
        </pc:sldMkLst>
        <pc:spChg chg="mod">
          <ac:chgData name="昱維 曹" userId="611d57ab1da5f08a" providerId="Windows Live" clId="Web-{3B3BFE8C-68CE-5518-687A-E6E86EFAEB3E}" dt="2026-06-10T17:30:31.760" v="22" actId="20577"/>
          <ac:spMkLst>
            <pc:docMk/>
            <pc:sldMk cId="97614244" sldId="411"/>
            <ac:spMk id="3" creationId="{A0780ECE-E36D-3B73-8700-60B3EC33FA30}"/>
          </ac:spMkLst>
        </pc:spChg>
        <pc:picChg chg="add mod">
          <ac:chgData name="昱維 曹" userId="611d57ab1da5f08a" providerId="Windows Live" clId="Web-{3B3BFE8C-68CE-5518-687A-E6E86EFAEB3E}" dt="2026-06-10T17:30:44.760" v="26" actId="1076"/>
          <ac:picMkLst>
            <pc:docMk/>
            <pc:sldMk cId="97614244" sldId="411"/>
            <ac:picMk id="4" creationId="{E7ED6D7C-DEB4-CF26-8F28-FAC9BB66E162}"/>
          </ac:picMkLst>
        </pc:picChg>
        <pc:picChg chg="del">
          <ac:chgData name="昱維 曹" userId="611d57ab1da5f08a" providerId="Windows Live" clId="Web-{3B3BFE8C-68CE-5518-687A-E6E86EFAEB3E}" dt="2026-06-10T17:30:11.712" v="18"/>
          <ac:picMkLst>
            <pc:docMk/>
            <pc:sldMk cId="97614244" sldId="411"/>
            <ac:picMk id="5" creationId="{BDA5F054-F69B-97C5-9B52-0ECB23650A25}"/>
          </ac:picMkLst>
        </pc:picChg>
      </pc:sldChg>
      <pc:sldChg chg="add del replId">
        <pc:chgData name="昱維 曹" userId="611d57ab1da5f08a" providerId="Windows Live" clId="Web-{3B3BFE8C-68CE-5518-687A-E6E86EFAEB3E}" dt="2026-06-10T17:03:31.407" v="12"/>
        <pc:sldMkLst>
          <pc:docMk/>
          <pc:sldMk cId="209529285" sldId="412"/>
        </pc:sldMkLst>
      </pc:sldChg>
      <pc:sldChg chg="add replId">
        <pc:chgData name="昱維 曹" userId="611d57ab1da5f08a" providerId="Windows Live" clId="Web-{3B3BFE8C-68CE-5518-687A-E6E86EFAEB3E}" dt="2026-06-10T17:30:09.071" v="17"/>
        <pc:sldMkLst>
          <pc:docMk/>
          <pc:sldMk cId="592337904" sldId="412"/>
        </pc:sldMkLst>
      </pc:sldChg>
    </pc:docChg>
  </pc:docChgLst>
  <pc:docChgLst>
    <pc:chgData name="昱維 曹" userId="611d57ab1da5f08a" providerId="Windows Live" clId="Web-{EC86A429-1C65-243B-E243-C08965C390E7}"/>
    <pc:docChg chg="modSld sldOrd">
      <pc:chgData name="昱維 曹" userId="611d57ab1da5f08a" providerId="Windows Live" clId="Web-{EC86A429-1C65-243B-E243-C08965C390E7}" dt="2026-06-10T12:57:32.453" v="22"/>
      <pc:docMkLst>
        <pc:docMk/>
      </pc:docMkLst>
      <pc:sldChg chg="modSp">
        <pc:chgData name="昱維 曹" userId="611d57ab1da5f08a" providerId="Windows Live" clId="Web-{EC86A429-1C65-243B-E243-C08965C390E7}" dt="2026-06-10T12:57:30.828" v="21" actId="20577"/>
        <pc:sldMkLst>
          <pc:docMk/>
          <pc:sldMk cId="1733713131" sldId="408"/>
        </pc:sldMkLst>
        <pc:spChg chg="mod">
          <ac:chgData name="昱維 曹" userId="611d57ab1da5f08a" providerId="Windows Live" clId="Web-{EC86A429-1C65-243B-E243-C08965C390E7}" dt="2026-06-10T12:57:30.828" v="21" actId="20577"/>
          <ac:spMkLst>
            <pc:docMk/>
            <pc:sldMk cId="1733713131" sldId="408"/>
            <ac:spMk id="3" creationId="{09F5C0D3-AECE-74E5-C199-3D43704E51DB}"/>
          </ac:spMkLst>
        </pc:spChg>
      </pc:sldChg>
      <pc:sldChg chg="ord">
        <pc:chgData name="昱維 曹" userId="611d57ab1da5f08a" providerId="Windows Live" clId="Web-{EC86A429-1C65-243B-E243-C08965C390E7}" dt="2026-06-10T12:57:32.453" v="22"/>
        <pc:sldMkLst>
          <pc:docMk/>
          <pc:sldMk cId="2731163654" sldId="410"/>
        </pc:sldMkLst>
      </pc:sldChg>
      <pc:sldChg chg="modSp">
        <pc:chgData name="昱維 曹" userId="611d57ab1da5f08a" providerId="Windows Live" clId="Web-{EC86A429-1C65-243B-E243-C08965C390E7}" dt="2026-06-10T12:33:24.663" v="1" actId="1076"/>
        <pc:sldMkLst>
          <pc:docMk/>
          <pc:sldMk cId="97614244" sldId="411"/>
        </pc:sldMkLst>
        <pc:picChg chg="mod">
          <ac:chgData name="昱維 曹" userId="611d57ab1da5f08a" providerId="Windows Live" clId="Web-{EC86A429-1C65-243B-E243-C08965C390E7}" dt="2026-06-10T12:33:24.663" v="1" actId="1076"/>
          <ac:picMkLst>
            <pc:docMk/>
            <pc:sldMk cId="97614244" sldId="411"/>
            <ac:picMk id="5" creationId="{BDA5F054-F69B-97C5-9B52-0ECB23650A25}"/>
          </ac:picMkLst>
        </pc:picChg>
      </pc:sldChg>
    </pc:docChg>
  </pc:docChgLst>
  <pc:docChgLst>
    <pc:chgData name="昱維 曹" userId="611d57ab1da5f08a" providerId="Windows Live" clId="Web-{4EC93A87-8927-083D-4039-1B34BF691801}"/>
    <pc:docChg chg="addSld modSld sldOrd">
      <pc:chgData name="昱維 曹" userId="611d57ab1da5f08a" providerId="Windows Live" clId="Web-{4EC93A87-8927-083D-4039-1B34BF691801}" dt="2026-06-06T13:03:24.458" v="70"/>
      <pc:docMkLst>
        <pc:docMk/>
      </pc:docMkLst>
      <pc:sldChg chg="delSp modSp">
        <pc:chgData name="昱維 曹" userId="611d57ab1da5f08a" providerId="Windows Live" clId="Web-{4EC93A87-8927-083D-4039-1B34BF691801}" dt="2026-06-06T09:12:00.638" v="67" actId="20577"/>
        <pc:sldMkLst>
          <pc:docMk/>
          <pc:sldMk cId="1733713131" sldId="408"/>
        </pc:sldMkLst>
        <pc:spChg chg="mod">
          <ac:chgData name="昱維 曹" userId="611d57ab1da5f08a" providerId="Windows Live" clId="Web-{4EC93A87-8927-083D-4039-1B34BF691801}" dt="2026-06-06T09:09:22.382" v="45" actId="20577"/>
          <ac:spMkLst>
            <pc:docMk/>
            <pc:sldMk cId="1733713131" sldId="408"/>
            <ac:spMk id="2" creationId="{D604BB49-C2EC-801E-CD38-2E3559DD1553}"/>
          </ac:spMkLst>
        </pc:spChg>
        <pc:spChg chg="mod">
          <ac:chgData name="昱維 曹" userId="611d57ab1da5f08a" providerId="Windows Live" clId="Web-{4EC93A87-8927-083D-4039-1B34BF691801}" dt="2026-06-06T09:12:00.638" v="67" actId="20577"/>
          <ac:spMkLst>
            <pc:docMk/>
            <pc:sldMk cId="1733713131" sldId="408"/>
            <ac:spMk id="3" creationId="{09F5C0D3-AECE-74E5-C199-3D43704E51DB}"/>
          </ac:spMkLst>
        </pc:spChg>
      </pc:sldChg>
      <pc:sldChg chg="ord">
        <pc:chgData name="昱維 曹" userId="611d57ab1da5f08a" providerId="Windows Live" clId="Web-{4EC93A87-8927-083D-4039-1B34BF691801}" dt="2026-06-06T13:03:24.458" v="70"/>
        <pc:sldMkLst>
          <pc:docMk/>
          <pc:sldMk cId="2731163654" sldId="410"/>
        </pc:sldMkLst>
      </pc:sldChg>
      <pc:sldChg chg="add replId">
        <pc:chgData name="昱維 曹" userId="611d57ab1da5f08a" providerId="Windows Live" clId="Web-{4EC93A87-8927-083D-4039-1B34BF691801}" dt="2026-06-06T08:05:23.703" v="0"/>
        <pc:sldMkLst>
          <pc:docMk/>
          <pc:sldMk cId="97614244" sldId="411"/>
        </pc:sldMkLst>
      </pc:sldChg>
    </pc:docChg>
  </pc:docChgLst>
  <pc:docChgLst>
    <pc:chgData name="昱維 曹" userId="611d57ab1da5f08a" providerId="Windows Live" clId="Web-{1879E032-312A-461C-C1AB-D7408707179D}"/>
    <pc:docChg chg="modSld">
      <pc:chgData name="昱維 曹" userId="611d57ab1da5f08a" providerId="Windows Live" clId="Web-{1879E032-312A-461C-C1AB-D7408707179D}" dt="2026-06-10T18:30:56.047" v="15" actId="20577"/>
      <pc:docMkLst>
        <pc:docMk/>
      </pc:docMkLst>
      <pc:sldChg chg="modSp">
        <pc:chgData name="昱維 曹" userId="611d57ab1da5f08a" providerId="Windows Live" clId="Web-{1879E032-312A-461C-C1AB-D7408707179D}" dt="2026-06-10T18:30:56.047" v="15" actId="20577"/>
        <pc:sldMkLst>
          <pc:docMk/>
          <pc:sldMk cId="1733713131" sldId="408"/>
        </pc:sldMkLst>
        <pc:spChg chg="mod">
          <ac:chgData name="昱維 曹" userId="611d57ab1da5f08a" providerId="Windows Live" clId="Web-{1879E032-312A-461C-C1AB-D7408707179D}" dt="2026-06-10T18:30:56.047" v="15" actId="20577"/>
          <ac:spMkLst>
            <pc:docMk/>
            <pc:sldMk cId="1733713131" sldId="408"/>
            <ac:spMk id="3" creationId="{09F5C0D3-AECE-74E5-C199-3D43704E51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479546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667157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4141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Deploy by </a:t>
            </a:r>
            <a:r>
              <a:rPr lang="en-US" altLang="en-US" dirty="0" err="1">
                <a:cs typeface="Arial"/>
              </a:rPr>
              <a:t>ngrok</a:t>
            </a:r>
            <a:br>
              <a:rPr lang="en-US" altLang="en-US" dirty="0">
                <a:cs typeface="Arial"/>
              </a:rPr>
            </a:br>
            <a:r>
              <a:rPr lang="en-US" altLang="en-US" dirty="0">
                <a:cs typeface="Arial"/>
              </a:rPr>
              <a:t>&amp; Deployment </a:t>
            </a:r>
            <a:r>
              <a:rPr lang="en-US" dirty="0">
                <a:cs typeface="Arial"/>
              </a:rPr>
              <a:t>notes</a:t>
            </a:r>
            <a:endParaRPr 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F68FC8F-8C93-46BF-9594-D49A56F9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9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2800" dirty="0"/>
              <a:t>根據作業系統選擇下載版本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Download </a:t>
            </a:r>
            <a:r>
              <a:rPr lang="en-US" dirty="0" err="1">
                <a:ea typeface="+mj-lt"/>
                <a:cs typeface="+mj-lt"/>
              </a:rPr>
              <a:t>ngrok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A8B6CB80-AD5F-0600-E2EE-3924D1E2F27D}"/>
              </a:ext>
            </a:extLst>
          </p:cNvPr>
          <p:cNvGrpSpPr/>
          <p:nvPr/>
        </p:nvGrpSpPr>
        <p:grpSpPr>
          <a:xfrm>
            <a:off x="6832728" y="1878598"/>
            <a:ext cx="4739680" cy="4792024"/>
            <a:chOff x="2884852" y="878528"/>
            <a:chExt cx="5599581" cy="6189392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B2B415FF-6C32-350D-AA1A-4D91DFAE8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852" y="878528"/>
              <a:ext cx="5599581" cy="5979471"/>
            </a:xfrm>
            <a:prstGeom prst="rect">
              <a:avLst/>
            </a:prstGeom>
            <a:ln w="57150"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D6B233EE-7F9A-08FA-5ED0-C629F08D8719}"/>
                </a:ext>
              </a:extLst>
            </p:cNvPr>
            <p:cNvSpPr/>
            <p:nvPr/>
          </p:nvSpPr>
          <p:spPr>
            <a:xfrm>
              <a:off x="3316195" y="6043231"/>
              <a:ext cx="4736893" cy="102468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586EF90A-67E3-3C2B-211C-021601CD4E4C}"/>
              </a:ext>
            </a:extLst>
          </p:cNvPr>
          <p:cNvGrpSpPr/>
          <p:nvPr/>
        </p:nvGrpSpPr>
        <p:grpSpPr>
          <a:xfrm>
            <a:off x="69954" y="3274281"/>
            <a:ext cx="6026046" cy="1377801"/>
            <a:chOff x="3852472" y="2164479"/>
            <a:chExt cx="6026046" cy="1377801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A147E922-5A5F-9221-98D9-B89F45BB90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1064" r="19509" b="-11126"/>
            <a:stretch/>
          </p:blipFill>
          <p:spPr>
            <a:xfrm>
              <a:off x="3852472" y="2464059"/>
              <a:ext cx="6026046" cy="778643"/>
            </a:xfrm>
            <a:prstGeom prst="rect">
              <a:avLst/>
            </a:prstGeom>
            <a:ln w="57150">
              <a:solidFill>
                <a:schemeClr val="tx1">
                  <a:lumMod val="60000"/>
                  <a:lumOff val="40000"/>
                </a:schemeClr>
              </a:solidFill>
            </a:ln>
          </p:spPr>
        </p:pic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67B3581A-23C0-E461-AB23-6E4B396F934D}"/>
                </a:ext>
              </a:extLst>
            </p:cNvPr>
            <p:cNvSpPr/>
            <p:nvPr/>
          </p:nvSpPr>
          <p:spPr>
            <a:xfrm>
              <a:off x="8639620" y="2164479"/>
              <a:ext cx="1004341" cy="1377801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473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BCACDC0-BCB6-AE93-D524-ECB99C3F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申請</a:t>
            </a:r>
            <a:r>
              <a:rPr lang="en-US" altLang="zh-TW" dirty="0" err="1"/>
              <a:t>ngrok</a:t>
            </a:r>
            <a:r>
              <a:rPr lang="zh-TW" altLang="en-US" dirty="0"/>
              <a:t>帳號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41A28A1-88E4-71C5-69B0-030581B28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申請完之後要到電子信箱完成認證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DA1AE95-CD3A-D430-1DDF-4694F044636B}"/>
              </a:ext>
            </a:extLst>
          </p:cNvPr>
          <p:cNvGrpSpPr/>
          <p:nvPr/>
        </p:nvGrpSpPr>
        <p:grpSpPr>
          <a:xfrm>
            <a:off x="65112" y="1800644"/>
            <a:ext cx="12192000" cy="779488"/>
            <a:chOff x="65112" y="2385260"/>
            <a:chExt cx="12192000" cy="779488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C05A3E5-677B-D6E5-BEB7-ED9A1E779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2" y="2464059"/>
              <a:ext cx="12192000" cy="700689"/>
            </a:xfrm>
            <a:prstGeom prst="rect">
              <a:avLst/>
            </a:prstGeom>
            <a:ln w="28575">
              <a:solidFill>
                <a:schemeClr val="bg1">
                  <a:lumMod val="60000"/>
                  <a:lumOff val="40000"/>
                </a:schemeClr>
              </a:solidFill>
            </a:ln>
          </p:spPr>
        </p:pic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4A9BEB8-49E4-5EFD-4C32-F82CC3E96D2D}"/>
                </a:ext>
              </a:extLst>
            </p:cNvPr>
            <p:cNvSpPr/>
            <p:nvPr/>
          </p:nvSpPr>
          <p:spPr>
            <a:xfrm>
              <a:off x="11022845" y="2385260"/>
              <a:ext cx="1004341" cy="7794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78577D8-5D37-240A-045D-DB5FC42BCC2D}"/>
              </a:ext>
            </a:extLst>
          </p:cNvPr>
          <p:cNvGrpSpPr/>
          <p:nvPr/>
        </p:nvGrpSpPr>
        <p:grpSpPr>
          <a:xfrm>
            <a:off x="2338862" y="2746718"/>
            <a:ext cx="2742804" cy="4111282"/>
            <a:chOff x="1979098" y="2746718"/>
            <a:chExt cx="2742804" cy="4111282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7354F248-7E73-8540-4FE4-4B16D0A18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098" y="2746718"/>
              <a:ext cx="2742804" cy="4111282"/>
            </a:xfrm>
            <a:prstGeom prst="rect">
              <a:avLst/>
            </a:prstGeom>
            <a:ln w="28575">
              <a:solidFill>
                <a:schemeClr val="bg1">
                  <a:lumMod val="60000"/>
                  <a:lumOff val="40000"/>
                </a:schemeClr>
              </a:solidFill>
            </a:ln>
          </p:spPr>
        </p:pic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6BFFD7D1-7EBF-6F41-E24F-1CD24789E445}"/>
                </a:ext>
              </a:extLst>
            </p:cNvPr>
            <p:cNvSpPr/>
            <p:nvPr/>
          </p:nvSpPr>
          <p:spPr>
            <a:xfrm>
              <a:off x="1979098" y="4375434"/>
              <a:ext cx="2742804" cy="76619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585CC02B-27BA-C767-729D-29940CA3F59F}"/>
              </a:ext>
            </a:extLst>
          </p:cNvPr>
          <p:cNvGrpSpPr/>
          <p:nvPr/>
        </p:nvGrpSpPr>
        <p:grpSpPr>
          <a:xfrm>
            <a:off x="6370820" y="2658931"/>
            <a:ext cx="5211580" cy="4023434"/>
            <a:chOff x="6370820" y="2658931"/>
            <a:chExt cx="5211580" cy="4023434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D95BE98-C08E-BF42-C55A-FFE999276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0928" y="2746718"/>
              <a:ext cx="4546351" cy="3935647"/>
            </a:xfrm>
            <a:prstGeom prst="rect">
              <a:avLst/>
            </a:prstGeom>
            <a:ln w="38100">
              <a:solidFill>
                <a:schemeClr val="bg1">
                  <a:lumMod val="60000"/>
                  <a:lumOff val="40000"/>
                </a:schemeClr>
              </a:solidFill>
            </a:ln>
          </p:spPr>
        </p:pic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B7A17656-0AC9-54F5-1CF2-FAD1DA1DB162}"/>
                </a:ext>
              </a:extLst>
            </p:cNvPr>
            <p:cNvSpPr/>
            <p:nvPr/>
          </p:nvSpPr>
          <p:spPr>
            <a:xfrm>
              <a:off x="6370820" y="2658931"/>
              <a:ext cx="5211580" cy="77006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631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Authenticate </a:t>
            </a:r>
            <a:r>
              <a:rPr lang="en-US" dirty="0" err="1">
                <a:ea typeface="+mj-lt"/>
                <a:cs typeface="+mj-lt"/>
              </a:rPr>
              <a:t>ngrok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/>
              <a:t>登入後取得</a:t>
            </a:r>
            <a:r>
              <a:rPr lang="en-US" altLang="zh-TW" sz="3400" b="0" dirty="0"/>
              <a:t>token</a:t>
            </a:r>
            <a:endParaRPr lang="zh-TW" altLang="en-US" sz="3400" b="0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E9F942B-07C9-E29A-C0EC-3AD1508CC69C}"/>
              </a:ext>
            </a:extLst>
          </p:cNvPr>
          <p:cNvGrpSpPr/>
          <p:nvPr/>
        </p:nvGrpSpPr>
        <p:grpSpPr>
          <a:xfrm>
            <a:off x="475839" y="1734278"/>
            <a:ext cx="11164267" cy="4359018"/>
            <a:chOff x="475839" y="1734278"/>
            <a:chExt cx="11164267" cy="4359018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9318410-86CA-3E05-3008-291A363F4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839" y="1734278"/>
              <a:ext cx="11164267" cy="4359018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EFA745A-ED99-176D-4F02-B36773753425}"/>
                </a:ext>
              </a:extLst>
            </p:cNvPr>
            <p:cNvSpPr/>
            <p:nvPr/>
          </p:nvSpPr>
          <p:spPr>
            <a:xfrm>
              <a:off x="2758190" y="2758190"/>
              <a:ext cx="5426440" cy="7794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547" y="41957"/>
            <a:ext cx="11247040" cy="54868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Authenticate </a:t>
            </a:r>
            <a:r>
              <a:rPr lang="en-US" dirty="0" err="1">
                <a:ea typeface="+mj-lt"/>
                <a:cs typeface="+mj-lt"/>
              </a:rPr>
              <a:t>ngrok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 dirty="0"/>
              <a:t>開啟</a:t>
            </a:r>
            <a:r>
              <a:rPr lang="en-US" altLang="zh-TW" sz="3400" b="0" dirty="0" err="1"/>
              <a:t>cmd</a:t>
            </a:r>
            <a:r>
              <a:rPr lang="zh-TW" altLang="en-US" sz="3400" b="0" dirty="0"/>
              <a:t>，並移動到</a:t>
            </a:r>
            <a:r>
              <a:rPr lang="en-US" altLang="zh-TW" sz="3400" b="0" dirty="0" err="1"/>
              <a:t>ngrok</a:t>
            </a:r>
            <a:r>
              <a:rPr lang="zh-TW" altLang="en-US" sz="3400" b="0" dirty="0"/>
              <a:t>的位置</a:t>
            </a:r>
            <a:endParaRPr lang="en-US" altLang="zh-TW" sz="3400" b="0" dirty="0"/>
          </a:p>
          <a:p>
            <a:pPr marL="421640" indent="-421640"/>
            <a:r>
              <a:rPr lang="zh-TW" altLang="en-US" sz="3400" b="0" dirty="0"/>
              <a:t>輸入</a:t>
            </a:r>
            <a:r>
              <a:rPr lang="en-US" altLang="zh-TW" sz="3400" b="0" dirty="0"/>
              <a:t>`</a:t>
            </a:r>
            <a:r>
              <a:rPr lang="en-US" altLang="zh-TW" sz="3400" b="0" dirty="0" err="1"/>
              <a:t>ngrok</a:t>
            </a:r>
            <a:r>
              <a:rPr lang="en-US" altLang="zh-TW" sz="3400" b="0" dirty="0"/>
              <a:t> config add-</a:t>
            </a:r>
            <a:r>
              <a:rPr lang="en-US" altLang="zh-TW" sz="3400" b="0" dirty="0" err="1"/>
              <a:t>authtoken</a:t>
            </a:r>
            <a:r>
              <a:rPr lang="en-US" altLang="zh-TW" sz="3400" b="0" dirty="0"/>
              <a:t> &lt;your token&gt;`</a:t>
            </a:r>
            <a:endParaRPr lang="zh-TW" altLang="en-US" sz="3400" b="0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9569C09-5E87-1A21-A92D-57DC8F204977}"/>
              </a:ext>
            </a:extLst>
          </p:cNvPr>
          <p:cNvGrpSpPr/>
          <p:nvPr/>
        </p:nvGrpSpPr>
        <p:grpSpPr>
          <a:xfrm>
            <a:off x="3370369" y="2090523"/>
            <a:ext cx="5713671" cy="4290805"/>
            <a:chOff x="3205477" y="2000582"/>
            <a:chExt cx="5704991" cy="441882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AABC32E-E803-DD7D-3DBB-D6FAD950B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5477" y="2000582"/>
              <a:ext cx="5704991" cy="4380746"/>
            </a:xfrm>
            <a:prstGeom prst="rect">
              <a:avLst/>
            </a:prstGeom>
          </p:spPr>
        </p:pic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9B6C949-5AFF-745E-61CD-7A50811B9F26}"/>
                </a:ext>
              </a:extLst>
            </p:cNvPr>
            <p:cNvSpPr/>
            <p:nvPr/>
          </p:nvSpPr>
          <p:spPr>
            <a:xfrm>
              <a:off x="3387777" y="2158584"/>
              <a:ext cx="2503357" cy="43471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82E71766-8716-1DD6-6A35-82E807EC744A}"/>
                </a:ext>
              </a:extLst>
            </p:cNvPr>
            <p:cNvSpPr/>
            <p:nvPr/>
          </p:nvSpPr>
          <p:spPr>
            <a:xfrm>
              <a:off x="7555043" y="4784362"/>
              <a:ext cx="1355425" cy="40223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08A5D22-CADA-E83F-C739-E3702B039ADB}"/>
                </a:ext>
              </a:extLst>
            </p:cNvPr>
            <p:cNvSpPr/>
            <p:nvPr/>
          </p:nvSpPr>
          <p:spPr>
            <a:xfrm>
              <a:off x="3387776" y="2968051"/>
              <a:ext cx="689549" cy="23984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15FA0074-30D5-DA3E-C2BE-41D9E31A8504}"/>
                </a:ext>
              </a:extLst>
            </p:cNvPr>
            <p:cNvSpPr/>
            <p:nvPr/>
          </p:nvSpPr>
          <p:spPr>
            <a:xfrm>
              <a:off x="3205477" y="5984694"/>
              <a:ext cx="5174025" cy="43471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7682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03DE7E8-BA82-3AA7-FC7B-71E6CDEB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 local port to </a:t>
            </a:r>
            <a:r>
              <a:rPr lang="en-US" altLang="zh-TW" dirty="0" err="1"/>
              <a:t>ngrok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1E353F2-1DED-52E1-2011-F4DA20BA2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dirty="0">
                <a:latin typeface="+mn-ea"/>
                <a:ea typeface="+mn-ea"/>
              </a:rPr>
              <a:t>Start flask app at </a:t>
            </a:r>
            <a:r>
              <a:rPr lang="en-US" altLang="zh-TW" b="0" i="0" dirty="0">
                <a:effectLst/>
                <a:latin typeface="+mn-ea"/>
                <a:ea typeface="+mn-ea"/>
              </a:rPr>
              <a:t>local port 5000</a:t>
            </a:r>
            <a:endParaRPr lang="en-US" altLang="zh-TW" b="0" dirty="0">
              <a:latin typeface="+mn-ea"/>
              <a:ea typeface="+mn-ea"/>
            </a:endParaRPr>
          </a:p>
          <a:p>
            <a:r>
              <a:rPr lang="en-US" altLang="zh-TW" b="0" dirty="0">
                <a:latin typeface="+mn-ea"/>
                <a:ea typeface="+mn-ea"/>
              </a:rPr>
              <a:t>S</a:t>
            </a:r>
            <a:r>
              <a:rPr lang="en-US" altLang="zh-TW" b="0" i="0" dirty="0">
                <a:effectLst/>
                <a:latin typeface="+mn-ea"/>
                <a:ea typeface="+mn-ea"/>
              </a:rPr>
              <a:t>tart a HTTP tunnel forwarding to your local port 5000</a:t>
            </a:r>
          </a:p>
          <a:p>
            <a:pPr lvl="1"/>
            <a:r>
              <a:rPr lang="en-US" altLang="zh-TW" b="0" dirty="0">
                <a:latin typeface="+mn-ea"/>
                <a:ea typeface="+mn-ea"/>
              </a:rPr>
              <a:t>`</a:t>
            </a:r>
            <a:r>
              <a:rPr lang="en-US" altLang="zh-TW" b="0" dirty="0" err="1">
                <a:latin typeface="+mn-ea"/>
                <a:ea typeface="+mn-ea"/>
              </a:rPr>
              <a:t>ngrok</a:t>
            </a:r>
            <a:r>
              <a:rPr lang="en-US" altLang="zh-TW" b="0" dirty="0">
                <a:latin typeface="+mn-ea"/>
                <a:ea typeface="+mn-ea"/>
              </a:rPr>
              <a:t> http 5000`</a:t>
            </a:r>
          </a:p>
          <a:p>
            <a:pPr lvl="1"/>
            <a:r>
              <a:rPr lang="en-US" altLang="zh-TW" b="0" dirty="0">
                <a:latin typeface="+mn-ea"/>
                <a:ea typeface="+mn-ea"/>
              </a:rPr>
              <a:t>Connect</a:t>
            </a:r>
            <a:r>
              <a:rPr lang="zh-TW" altLang="en-US" b="0" dirty="0">
                <a:latin typeface="+mn-ea"/>
                <a:ea typeface="+mn-ea"/>
              </a:rPr>
              <a:t> </a:t>
            </a:r>
            <a:r>
              <a:rPr lang="en-US" altLang="zh-TW" b="0" dirty="0">
                <a:latin typeface="+mn-ea"/>
                <a:ea typeface="+mn-ea"/>
              </a:rPr>
              <a:t>to the link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A95E9EC-06E6-69ED-0459-24F859C33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041" y="3255201"/>
            <a:ext cx="9033918" cy="3026016"/>
          </a:xfrm>
          <a:prstGeom prst="rect">
            <a:avLst/>
          </a:prstGeom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274B970F-B2E6-321B-2944-3592DBBB439A}"/>
              </a:ext>
            </a:extLst>
          </p:cNvPr>
          <p:cNvSpPr/>
          <p:nvPr/>
        </p:nvSpPr>
        <p:spPr>
          <a:xfrm>
            <a:off x="4272197" y="5246557"/>
            <a:ext cx="4002373" cy="434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219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B2B23-699E-3910-03A4-2AA34484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+mj-lt"/>
                <a:cs typeface="Arial"/>
              </a:rPr>
              <a:t>Threaded</a:t>
            </a:r>
            <a:endParaRPr lang="en-US" altLang="zh-TW" dirty="0" err="1">
              <a:cs typeface="Arial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26773F-AAF7-573D-D3F7-F8BD070CC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Microsoft JhengHei"/>
                <a:ea typeface="Microsoft JhengHei"/>
                <a:cs typeface="Arial"/>
              </a:rPr>
              <a:t>可以通過</a:t>
            </a:r>
            <a:r>
              <a:rPr lang="en-US" altLang="zh-TW" err="1">
                <a:latin typeface="Microsoft JhengHei"/>
                <a:ea typeface="微軟正黑體"/>
                <a:cs typeface="Arial"/>
              </a:rPr>
              <a:t>app.run</a:t>
            </a:r>
            <a:r>
              <a:rPr lang="en-US" altLang="zh-TW" dirty="0">
                <a:latin typeface="Microsoft JhengHei"/>
                <a:ea typeface="微軟正黑體"/>
                <a:cs typeface="Arial"/>
              </a:rPr>
              <a:t>(</a:t>
            </a:r>
            <a:r>
              <a:rPr lang="zh-TW">
                <a:latin typeface="Microsoft JhengHei"/>
                <a:ea typeface="Microsoft JhengHei"/>
                <a:cs typeface="Arial"/>
              </a:rPr>
              <a:t>threaded = True</a:t>
            </a:r>
            <a:r>
              <a:rPr lang="en-US" altLang="zh-TW" b="0" dirty="0">
                <a:latin typeface="Microsoft JhengHei"/>
                <a:ea typeface="微軟正黑體"/>
                <a:cs typeface="Arial"/>
              </a:rPr>
              <a:t>)</a:t>
            </a:r>
            <a:r>
              <a:rPr lang="zh-TW" b="0">
                <a:latin typeface="Microsoft JhengHei"/>
                <a:ea typeface="Microsoft JhengHei"/>
                <a:cs typeface="Arial"/>
              </a:rPr>
              <a:t>令</a:t>
            </a:r>
            <a:r>
              <a:rPr lang="zh-TW" altLang="en-US" b="0">
                <a:latin typeface="Microsoft JhengHei"/>
                <a:ea typeface="Microsoft JhengHei"/>
                <a:cs typeface="Arial"/>
              </a:rPr>
              <a:t>開發用伺服器可以處理併發請求(concurrent request)</a:t>
            </a:r>
            <a:endParaRPr lang="en-US" altLang="zh-TW" b="0">
              <a:latin typeface="Microsoft JhengHei"/>
              <a:ea typeface="Microsoft JhengHei"/>
            </a:endParaRPr>
          </a:p>
          <a:p>
            <a:pPr marL="421640" indent="-421640"/>
            <a:r>
              <a:rPr lang="zh-TW" altLang="en-US" b="0">
                <a:latin typeface="Microsoft JhengHei"/>
                <a:ea typeface="Microsoft JhengHei"/>
                <a:cs typeface="Arial"/>
              </a:rPr>
              <a:t>在threaded = False的情況下</a:t>
            </a:r>
          </a:p>
          <a:p>
            <a:pPr marL="878840" lvl="1" indent="-433705">
              <a:buClr>
                <a:srgbClr val="42BBC6"/>
              </a:buClr>
            </a:pPr>
            <a:r>
              <a:rPr lang="zh-TW" altLang="en-US" b="0">
                <a:latin typeface="Microsoft JhengHei"/>
                <a:ea typeface="Microsoft JhengHei"/>
                <a:cs typeface="Arial"/>
              </a:rPr>
              <a:t>開啟flask app，</a:t>
            </a:r>
            <a:r>
              <a:rPr lang="zh-TW" b="0">
                <a:latin typeface="Microsoft JhengHei"/>
                <a:ea typeface="Microsoft JhengHei"/>
                <a:cs typeface="Arial"/>
              </a:rPr>
              <a:t>然後</a:t>
            </a:r>
            <a:r>
              <a:rPr lang="zh-TW" altLang="en-US" b="0">
                <a:latin typeface="Microsoft JhengHei"/>
                <a:ea typeface="Microsoft JhengHei"/>
                <a:cs typeface="Arial"/>
              </a:rPr>
              <a:t>開啟兩個分頁，</a:t>
            </a:r>
            <a:r>
              <a:rPr lang="zh-TW" b="0">
                <a:latin typeface="Microsoft JhengHei"/>
                <a:ea typeface="Microsoft JhengHei"/>
                <a:cs typeface="Arial"/>
              </a:rPr>
              <a:t>一個分頁連到</a:t>
            </a:r>
            <a:r>
              <a:rPr lang="zh-TW">
                <a:latin typeface="Microsoft JhengHei"/>
                <a:ea typeface="Microsoft JhengHei"/>
                <a:cs typeface="Arial"/>
              </a:rPr>
              <a:t>/long_proc</a:t>
            </a:r>
            <a:r>
              <a:rPr lang="zh-TW" b="0">
                <a:latin typeface="Microsoft JhengHei"/>
                <a:ea typeface="Microsoft JhengHei"/>
                <a:cs typeface="Arial"/>
              </a:rPr>
              <a:t>，另</a:t>
            </a:r>
            <a:r>
              <a:rPr lang="zh-TW" altLang="en-US" b="0">
                <a:latin typeface="Microsoft JhengHei"/>
                <a:ea typeface="Microsoft JhengHei"/>
                <a:cs typeface="Arial"/>
              </a:rPr>
              <a:t>一個分頁連到/</a:t>
            </a:r>
            <a:endParaRPr lang="en-US" altLang="zh-TW" b="0">
              <a:latin typeface="Microsoft JhengHei"/>
              <a:ea typeface="Microsoft JhengHei"/>
            </a:endParaRPr>
          </a:p>
          <a:p>
            <a:pPr marL="1324610" lvl="2" indent="-327660">
              <a:buFont typeface="Wingdings" pitchFamily="34" charset="0"/>
              <a:buChar char="§"/>
            </a:pPr>
            <a:r>
              <a:rPr lang="en-US" altLang="zh-TW" sz="2400" err="1">
                <a:latin typeface="Microsoft JhengHei"/>
                <a:ea typeface="Microsoft JhengHei"/>
                <a:cs typeface="Arial"/>
              </a:rPr>
              <a:t>先開啟</a:t>
            </a:r>
            <a:r>
              <a:rPr lang="en-US" altLang="zh-TW" sz="2400" b="1" dirty="0">
                <a:latin typeface="Microsoft JhengHei"/>
                <a:ea typeface="Microsoft JhengHei"/>
                <a:cs typeface="Arial"/>
              </a:rPr>
              <a:t>/</a:t>
            </a:r>
            <a:r>
              <a:rPr lang="en-US" altLang="zh-TW" sz="2400" b="1" err="1">
                <a:latin typeface="Microsoft JhengHei"/>
                <a:ea typeface="Microsoft JhengHei"/>
                <a:cs typeface="Arial"/>
              </a:rPr>
              <a:t>long_proc</a:t>
            </a:r>
            <a:r>
              <a:rPr lang="zh-TW" altLang="en-US" sz="2400">
                <a:latin typeface="Microsoft JhengHei"/>
                <a:ea typeface="Microsoft JhengHei"/>
                <a:cs typeface="Arial"/>
              </a:rPr>
              <a:t>，再開啟</a:t>
            </a:r>
            <a:r>
              <a:rPr lang="zh-TW" altLang="en-US" sz="2400" b="1">
                <a:latin typeface="Microsoft JhengHei"/>
                <a:ea typeface="Microsoft JhengHei"/>
                <a:cs typeface="Arial"/>
              </a:rPr>
              <a:t>/</a:t>
            </a:r>
            <a:r>
              <a:rPr lang="zh-TW" sz="2400">
                <a:latin typeface="Microsoft JhengHei"/>
                <a:ea typeface="Microsoft JhengHei"/>
                <a:cs typeface="Arial"/>
              </a:rPr>
              <a:t>，</a:t>
            </a:r>
            <a:r>
              <a:rPr lang="zh-TW" altLang="en-US" sz="2400">
                <a:latin typeface="Microsoft JhengHei"/>
                <a:ea typeface="Microsoft JhengHei"/>
                <a:cs typeface="Arial"/>
              </a:rPr>
              <a:t>兩者間隔不要超過10秒</a:t>
            </a:r>
            <a:endParaRPr lang="en-US" altLang="zh-TW" sz="2400" b="1" dirty="0">
              <a:latin typeface="Microsoft JhengHei"/>
              <a:ea typeface="Microsoft JhengHei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r>
              <a:rPr lang="zh-TW" b="0">
                <a:latin typeface="Microsoft JhengHei"/>
                <a:ea typeface="Microsoft JhengHei"/>
                <a:cs typeface="Arial"/>
              </a:rPr>
              <a:t>在threaded = True的情況</a:t>
            </a:r>
            <a:r>
              <a:rPr lang="en-US" altLang="zh-TW" b="0" dirty="0">
                <a:latin typeface="Microsoft JhengHei"/>
                <a:ea typeface="Microsoft JhengHei"/>
                <a:cs typeface="Arial"/>
              </a:rPr>
              <a:t>,</a:t>
            </a:r>
            <a:r>
              <a:rPr lang="zh-TW" b="0">
                <a:latin typeface="Microsoft JhengHei"/>
                <a:ea typeface="Microsoft JhengHei"/>
                <a:cs typeface="Arial"/>
              </a:rPr>
              <a:t> </a:t>
            </a:r>
            <a:r>
              <a:rPr lang="zh-TW" altLang="en-US" b="0">
                <a:latin typeface="Microsoft JhengHei"/>
                <a:ea typeface="Microsoft JhengHei"/>
                <a:cs typeface="Arial"/>
              </a:rPr>
              <a:t>再重新測試一次</a:t>
            </a:r>
            <a:endParaRPr lang="en-US" altLang="zh-TW" b="0"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36072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BB49-C2EC-801E-CD38-2E3559DD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cs typeface="Arial"/>
              </a:rPr>
              <a:t>CO</a:t>
            </a:r>
            <a:r>
              <a:rPr lang="en-US" altLang="zh-TW">
                <a:cs typeface="Arial"/>
              </a:rPr>
              <a:t>OKIES</a:t>
            </a:r>
            <a:endParaRPr lang="zh-TW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C0D3-AECE-74E5-C199-3D43704E5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2400" b="0">
                <a:latin typeface="Arial"/>
                <a:ea typeface="微軟正黑體"/>
                <a:cs typeface="Arial"/>
              </a:rPr>
              <a:t>為了讓使用者在登入</a:t>
            </a:r>
            <a:r>
              <a:rPr lang="zh-TW" altLang="en-US" sz="2400" b="0">
                <a:latin typeface="Arial"/>
                <a:ea typeface="微軟正黑體"/>
                <a:cs typeface="Arial"/>
              </a:rPr>
              <a:t>網頁</a:t>
            </a:r>
            <a:r>
              <a:rPr lang="zh-TW" sz="2400" b="0">
                <a:latin typeface="Arial"/>
                <a:ea typeface="微軟正黑體"/>
                <a:cs typeface="Arial"/>
              </a:rPr>
              <a:t>後，跳轉到下一個頁面時不需要重新輸入帳號密碼，網頁利用 </a:t>
            </a:r>
            <a:r>
              <a:rPr lang="zh-TW" sz="2400">
                <a:latin typeface="Arial"/>
                <a:ea typeface="微軟正黑體"/>
                <a:cs typeface="Arial"/>
              </a:rPr>
              <a:t>Cookie</a:t>
            </a:r>
            <a:r>
              <a:rPr lang="zh-TW" sz="2400" b="0">
                <a:latin typeface="Arial"/>
                <a:ea typeface="微軟正黑體"/>
                <a:cs typeface="Arial"/>
              </a:rPr>
              <a:t> 來記錄登入狀態（Session）。</a:t>
            </a:r>
            <a:endParaRPr lang="zh-TW" altLang="en-US" sz="2400" b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zh-TW" altLang="en-US" b="0">
                <a:latin typeface="Arial"/>
                <a:ea typeface="微軟正黑體"/>
                <a:cs typeface="Arial"/>
              </a:rPr>
              <a:t>因此瀏覽器被設計成：「只要發送請求給某個域名（例如 </a:t>
            </a:r>
            <a:r>
              <a:rPr lang="zh-TW" b="0">
                <a:latin typeface="微軟正黑體"/>
                <a:ea typeface="微軟正黑體"/>
                <a:cs typeface="Arial"/>
              </a:rPr>
              <a:t>bank.com），</a:t>
            </a:r>
            <a:r>
              <a:rPr lang="zh-TW">
                <a:latin typeface="微軟正黑體"/>
                <a:ea typeface="微軟正黑體"/>
                <a:cs typeface="Arial"/>
              </a:rPr>
              <a:t>瀏覽器就會自動在背後把屬於該域名的 Cookies 通通打包帶上</a:t>
            </a:r>
            <a:r>
              <a:rPr lang="zh-TW" b="0" dirty="0">
                <a:latin typeface="微軟正黑體"/>
                <a:ea typeface="微軟正黑體"/>
                <a:cs typeface="Arial"/>
              </a:rPr>
              <a:t>。」</a:t>
            </a:r>
            <a:endParaRPr lang="zh-TW" dirty="0"/>
          </a:p>
          <a:p>
            <a:pPr marL="421640" indent="-421640"/>
            <a:r>
              <a:rPr lang="zh-TW" altLang="en-US" sz="2400" b="0">
                <a:latin typeface="微軟正黑體"/>
                <a:ea typeface="微軟正黑體"/>
                <a:cs typeface="Arial"/>
              </a:rPr>
              <a:t>觀察步驟</a:t>
            </a:r>
            <a:endParaRPr lang="zh-TW" altLang="en-US" sz="2400" b="0">
              <a:latin typeface="微軟正黑體"/>
            </a:endParaRPr>
          </a:p>
          <a:p>
            <a:pPr marL="878840" indent="-433705">
              <a:buClr>
                <a:srgbClr val="42BBC6"/>
              </a:buClr>
              <a:buChar char="–"/>
            </a:pPr>
            <a:r>
              <a:rPr lang="en-US" altLang="zh-TW" sz="2400" b="0">
                <a:latin typeface="Arial"/>
                <a:ea typeface="微軟正黑體"/>
                <a:cs typeface="Arial"/>
              </a:rPr>
              <a:t>1.</a:t>
            </a:r>
            <a:r>
              <a:rPr lang="zh-TW" sz="2400" b="0">
                <a:latin typeface="Arial"/>
                <a:ea typeface="微軟正黑體"/>
                <a:cs typeface="Arial"/>
              </a:rPr>
              <a:t> 在分頁 A 登入（寫入 Cookie）。</a:t>
            </a:r>
            <a:endParaRPr lang="zh-TW" altLang="en-US" sz="2400" b="0">
              <a:latin typeface="Arial"/>
              <a:ea typeface="微軟正黑體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b="0">
                <a:latin typeface="Arial"/>
                <a:ea typeface="微軟正黑體"/>
                <a:cs typeface="Arial"/>
              </a:rPr>
              <a:t>2.</a:t>
            </a:r>
            <a:r>
              <a:rPr lang="zh-TW" altLang="en-US" b="0">
                <a:latin typeface="Arial"/>
                <a:ea typeface="微軟正黑體"/>
                <a:cs typeface="Arial"/>
              </a:rPr>
              <a:t> 以</a:t>
            </a:r>
            <a:r>
              <a:rPr lang="zh-TW" b="0">
                <a:latin typeface="Arial"/>
                <a:ea typeface="微軟正黑體"/>
                <a:cs typeface="Arial"/>
              </a:rPr>
              <a:t>無痕模式開啟</a:t>
            </a:r>
            <a:r>
              <a:rPr lang="zh-TW" altLang="en-US" b="0">
                <a:latin typeface="Arial"/>
                <a:ea typeface="微軟正黑體"/>
                <a:cs typeface="Arial"/>
              </a:rPr>
              <a:t>分頁 B 瀏覽，發現需要重新登入（隔離 </a:t>
            </a:r>
            <a:r>
              <a:rPr lang="en-US" altLang="zh-TW" b="0">
                <a:latin typeface="Arial"/>
                <a:ea typeface="微軟正黑體"/>
                <a:cs typeface="Arial"/>
              </a:rPr>
              <a:t>Cookie</a:t>
            </a:r>
            <a:r>
              <a:rPr lang="zh-TW" altLang="en-US" b="0" dirty="0">
                <a:latin typeface="Arial"/>
                <a:ea typeface="微軟正黑體"/>
                <a:cs typeface="Arial"/>
              </a:rPr>
              <a:t>）。</a:t>
            </a:r>
            <a:endParaRPr lang="zh-TW" altLang="en-US" b="0" dirty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altLang="zh-TW" b="0">
                <a:latin typeface="Arial"/>
                <a:ea typeface="微軟正黑體"/>
                <a:cs typeface="Arial"/>
              </a:rPr>
              <a:t>2.</a:t>
            </a:r>
            <a:r>
              <a:rPr lang="zh-TW" b="0">
                <a:latin typeface="Arial"/>
                <a:ea typeface="微軟正黑體"/>
                <a:cs typeface="Arial"/>
              </a:rPr>
              <a:t> 在分頁</a:t>
            </a:r>
            <a:r>
              <a:rPr lang="zh-TW" altLang="en-US" b="0" dirty="0">
                <a:latin typeface="Arial"/>
                <a:ea typeface="微軟正黑體"/>
                <a:cs typeface="Arial"/>
              </a:rPr>
              <a:t> </a:t>
            </a:r>
            <a:r>
              <a:rPr lang="en-US" altLang="en-US" b="0">
                <a:latin typeface="Arial"/>
                <a:ea typeface="微軟正黑體"/>
                <a:cs typeface="Arial"/>
              </a:rPr>
              <a:t>C</a:t>
            </a:r>
            <a:r>
              <a:rPr lang="zh-TW" b="0">
                <a:latin typeface="Arial"/>
                <a:ea typeface="微軟正黑體"/>
                <a:cs typeface="Arial"/>
              </a:rPr>
              <a:t> 重新整理，發現不需要登入就能直接看到使用者名稱（共用 Cookie）。</a:t>
            </a:r>
            <a:endParaRPr lang="zh-TW">
              <a:ea typeface="微軟正黑體"/>
            </a:endParaRPr>
          </a:p>
          <a:p>
            <a:pPr marL="421640" indent="-421640">
              <a:buClr>
                <a:srgbClr val="E1CB1A"/>
              </a:buClr>
            </a:pPr>
            <a:r>
              <a:rPr lang="en-US" altLang="zh-TW" sz="2400" b="0" dirty="0">
                <a:latin typeface="Arial"/>
                <a:ea typeface="微軟正黑體"/>
                <a:cs typeface="Arial"/>
              </a:rPr>
              <a:t>F12 (</a:t>
            </a:r>
            <a:r>
              <a:rPr lang="en-US" altLang="zh-TW" sz="2400" b="0" dirty="0" err="1">
                <a:latin typeface="Arial"/>
                <a:ea typeface="微軟正黑體"/>
                <a:cs typeface="Arial"/>
              </a:rPr>
              <a:t>開啟開發者工具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) -&gt; Application </a:t>
            </a:r>
            <a:r>
              <a:rPr lang="en-US" altLang="zh-TW" sz="2400" b="0" dirty="0" err="1">
                <a:latin typeface="Arial"/>
                <a:ea typeface="微軟正黑體"/>
                <a:cs typeface="Arial"/>
              </a:rPr>
              <a:t>頁籤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 -&gt; </a:t>
            </a:r>
            <a:r>
              <a:rPr lang="en-US" altLang="zh-TW" sz="2400" b="0" dirty="0" err="1">
                <a:latin typeface="Arial"/>
                <a:ea typeface="微軟正黑體"/>
                <a:cs typeface="Arial"/>
              </a:rPr>
              <a:t>在左側找到</a:t>
            </a:r>
            <a:r>
              <a:rPr lang="en-US" altLang="zh-TW" sz="2400" b="0" dirty="0">
                <a:latin typeface="Arial"/>
                <a:ea typeface="微軟正黑體"/>
                <a:cs typeface="Arial"/>
              </a:rPr>
              <a:t> Storage </a:t>
            </a:r>
            <a:br>
              <a:rPr lang="en-US" altLang="zh-TW" sz="2400" b="0" dirty="0">
                <a:latin typeface="Arial"/>
                <a:ea typeface="微軟正黑體"/>
                <a:cs typeface="Arial"/>
              </a:rPr>
            </a:br>
            <a:r>
              <a:rPr lang="en-US" altLang="zh-TW" sz="2400" b="0" dirty="0">
                <a:latin typeface="Arial"/>
                <a:ea typeface="微軟正黑體"/>
                <a:cs typeface="Arial"/>
              </a:rPr>
              <a:t>-&gt; Cookies </a:t>
            </a:r>
            <a:endParaRPr lang="en-US" altLang="zh-TW" sz="2400" b="0">
              <a:latin typeface="Arial"/>
            </a:endParaRPr>
          </a:p>
          <a:p>
            <a:pPr marL="878840" lvl="1" indent="-433705">
              <a:buClr>
                <a:srgbClr val="42BBC6"/>
              </a:buClr>
              <a:buFont typeface="Courier New" pitchFamily="34" charset="0"/>
              <a:buChar char="o"/>
            </a:pPr>
            <a:endParaRPr lang="zh-TW" altLang="en-US" b="0" dirty="0">
              <a:latin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371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F76CBF-BAFB-242F-7B1C-B65395A4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CORS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27B438-0F76-5C57-BD3D-713B178DC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CORS（Cross-Origin Resource Sharing）是一種安全機制，用來防止網頁中的 JavaScript 向不同網域發送請求，除非該網域允許這麼做。</a:t>
            </a:r>
            <a:endParaRPr lang="zh-TW" altLang="en-US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只要</a:t>
            </a:r>
            <a:r>
              <a:rPr lang="zh-TW" b="0">
                <a:latin typeface="Arial"/>
                <a:ea typeface="微軟正黑體"/>
                <a:cs typeface="Arial"/>
              </a:rPr>
              <a:t>協議、</a:t>
            </a:r>
            <a:r>
              <a:rPr lang="zh-TW" altLang="en-US" b="0">
                <a:latin typeface="Arial"/>
                <a:ea typeface="微軟正黑體"/>
                <a:cs typeface="Arial"/>
              </a:rPr>
              <a:t>網域</a:t>
            </a:r>
            <a:r>
              <a:rPr lang="zh-TW" b="0">
                <a:latin typeface="Arial"/>
                <a:ea typeface="微軟正黑體"/>
                <a:cs typeface="Arial"/>
              </a:rPr>
              <a:t>、埠號</a:t>
            </a:r>
            <a:r>
              <a:rPr lang="zh-TW" altLang="en-US" b="0">
                <a:latin typeface="Arial"/>
                <a:ea typeface="微軟正黑體"/>
                <a:cs typeface="Arial"/>
              </a:rPr>
              <a:t>有任何一項不同，就是跨源</a:t>
            </a:r>
            <a:endParaRPr lang="zh-TW" altLang="en-US" b="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b="0" dirty="0">
              <a:latin typeface="Arial"/>
              <a:ea typeface="微軟正黑體"/>
              <a:cs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CD1660-8776-0C65-F7F9-1979CFF10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20358"/>
              </p:ext>
            </p:extLst>
          </p:nvPr>
        </p:nvGraphicFramePr>
        <p:xfrm>
          <a:off x="656897" y="3424678"/>
          <a:ext cx="11063742" cy="205359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3266736">
                  <a:extLst>
                    <a:ext uri="{9D8B030D-6E8A-4147-A177-3AD203B41FA5}">
                      <a16:colId xmlns:a16="http://schemas.microsoft.com/office/drawing/2014/main" val="3260546881"/>
                    </a:ext>
                  </a:extLst>
                </a:gridCol>
                <a:gridCol w="3863881">
                  <a:extLst>
                    <a:ext uri="{9D8B030D-6E8A-4147-A177-3AD203B41FA5}">
                      <a16:colId xmlns:a16="http://schemas.microsoft.com/office/drawing/2014/main" val="1447105944"/>
                    </a:ext>
                  </a:extLst>
                </a:gridCol>
                <a:gridCol w="2739843">
                  <a:extLst>
                    <a:ext uri="{9D8B030D-6E8A-4147-A177-3AD203B41FA5}">
                      <a16:colId xmlns:a16="http://schemas.microsoft.com/office/drawing/2014/main" val="256089103"/>
                    </a:ext>
                  </a:extLst>
                </a:gridCol>
                <a:gridCol w="1193282">
                  <a:extLst>
                    <a:ext uri="{9D8B030D-6E8A-4147-A177-3AD203B41FA5}">
                      <a16:colId xmlns:a16="http://schemas.microsoft.com/office/drawing/2014/main" val="726083464"/>
                    </a:ext>
                  </a:extLst>
                </a:gridCol>
              </a:tblGrid>
              <a:tr h="421032">
                <a:tc>
                  <a:txBody>
                    <a:bodyPr/>
                    <a:lstStyle/>
                    <a:p>
                      <a:r>
                        <a:rPr lang="zh-TW" altLang="en-US"/>
                        <a:t>來源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請求目標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哪裡不同？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是否</a:t>
                      </a:r>
                      <a:br>
                        <a:rPr lang="zh-TW" altLang="en-US" dirty="0"/>
                      </a:br>
                      <a:r>
                        <a:rPr lang="zh-TW" altLang="en-US"/>
                        <a:t>跨源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16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dirty="0"/>
                        <a:t>https://example.com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dirty="0"/>
                        <a:t>http://example.com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協議不同</a:t>
                      </a:r>
                      <a:endParaRPr lang="af-Z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303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dirty="0"/>
                        <a:t>http://localhost:3000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dirty="0"/>
                        <a:t>http://localhost:4000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埠號不同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840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dirty="0"/>
                        <a:t>https://example.com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f-ZA" dirty="0"/>
                        <a:t>https://example.org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網域完全不同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200" u="none" strike="noStrike" noProof="0">
                          <a:solidFill>
                            <a:srgbClr val="717171"/>
                          </a:solidFill>
                        </a:rPr>
                        <a:t>是</a:t>
                      </a:r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542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03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A4A2-014D-F98A-03FA-E5C85E06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軟正黑體"/>
                <a:cs typeface="Arial"/>
              </a:rPr>
              <a:t>Cross-Origin</a:t>
            </a:r>
            <a:r>
              <a:rPr lang="zh-TW" dirty="0">
                <a:latin typeface="微軟正黑體"/>
                <a:cs typeface="Arial"/>
              </a:rPr>
              <a:t> </a:t>
            </a:r>
            <a:r>
              <a:rPr lang="en-US" dirty="0">
                <a:latin typeface="微軟正黑體"/>
                <a:cs typeface="Arial"/>
              </a:rPr>
              <a:t>Request</a:t>
            </a:r>
            <a:r>
              <a:rPr lang="zh-TW" dirty="0">
                <a:latin typeface="微軟正黑體"/>
                <a:cs typeface="Arial"/>
              </a:rPr>
              <a:t> </a:t>
            </a:r>
            <a:r>
              <a:rPr lang="en-US" dirty="0">
                <a:latin typeface="微軟正黑體"/>
                <a:cs typeface="Arial"/>
              </a:rPr>
              <a:t>Exploitation</a:t>
            </a:r>
            <a:endParaRPr lang="zh-TW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22BCC-5707-5192-F928-411F4506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2400" b="0">
                <a:latin typeface="Arial"/>
                <a:ea typeface="微軟正黑體"/>
                <a:cs typeface="Arial"/>
              </a:rPr>
              <a:t>跨站請求濫用（Cross-Origin Request Exploitation）</a:t>
            </a:r>
            <a:endParaRPr lang="zh-TW" altLang="en-US" sz="2400" b="0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39289196-D8F3-2EFF-2428-04D571CD0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2340" y="1437290"/>
            <a:ext cx="6261216" cy="498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6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9D5A-A1D3-A69C-83A0-18F6B9535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4B37-75E9-1B48-7168-872A566A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0ECE-E36D-3B73-8700-60B3EC33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2400" b="0">
                <a:latin typeface="Arial"/>
                <a:ea typeface="微軟正黑體"/>
                <a:cs typeface="Arial"/>
              </a:rPr>
              <a:t>前端呼叫第三方 API -&gt; 觸發CORS</a:t>
            </a:r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E7ED6D7C-DEB4-CF26-8F28-FAC9BB66E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50155" y="1334124"/>
            <a:ext cx="6029098" cy="500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B5EE-6422-0835-AF47-1B2F0821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925F-C060-2310-F268-C4989340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BBDC-91FC-3619-4F87-B182E918F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前端呼叫第三方 API -&gt; 觸發CORS</a:t>
            </a:r>
          </a:p>
        </p:txBody>
      </p:sp>
      <p:pic>
        <p:nvPicPr>
          <p:cNvPr id="5" name="圖片 4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44A41989-FB30-7DDF-B8FA-AC584E259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522" y="1432034"/>
            <a:ext cx="6586680" cy="487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37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13DE-A5DC-C8C3-D27B-54EC27BF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D4EBB-4391-B5A7-00DD-144C0197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6E38-F865-A2CD-D0DB-F57435154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前端呼叫第三方 API -&gt; 觸發CORS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7E4F50D0-2B6C-7340-4ADD-386DEC05B523}"/>
              </a:ext>
            </a:extLst>
          </p:cNvPr>
          <p:cNvGrpSpPr/>
          <p:nvPr/>
        </p:nvGrpSpPr>
        <p:grpSpPr>
          <a:xfrm>
            <a:off x="6421386" y="1575926"/>
            <a:ext cx="5273163" cy="4945222"/>
            <a:chOff x="6421386" y="1575926"/>
            <a:chExt cx="5273163" cy="4945222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32BB227B-23A1-682C-479E-F142C5D2E4D8}"/>
                </a:ext>
              </a:extLst>
            </p:cNvPr>
            <p:cNvGrpSpPr/>
            <p:nvPr/>
          </p:nvGrpSpPr>
          <p:grpSpPr>
            <a:xfrm>
              <a:off x="6421386" y="1575926"/>
              <a:ext cx="5273163" cy="4571693"/>
              <a:chOff x="6421386" y="1575926"/>
              <a:chExt cx="5273163" cy="4571693"/>
            </a:xfrm>
          </p:grpSpPr>
          <p:pic>
            <p:nvPicPr>
              <p:cNvPr id="5" name="圖片 4" descr="一張含有 文字, 螢幕擷取畫面, 軟體, 字型 的圖片&#10;&#10;AI 產生的內容可能不正確。">
                <a:extLst>
                  <a:ext uri="{FF2B5EF4-FFF2-40B4-BE49-F238E27FC236}">
                    <a16:creationId xmlns:a16="http://schemas.microsoft.com/office/drawing/2014/main" id="{B2445446-33CC-F006-3578-001BD35664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21386" y="1575926"/>
                <a:ext cx="5273163" cy="4554180"/>
              </a:xfrm>
              <a:prstGeom prst="rect">
                <a:avLst/>
              </a:prstGeom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477CEEB-150A-26C9-3EC1-ABB86F16F7FB}"/>
                  </a:ext>
                </a:extLst>
              </p:cNvPr>
              <p:cNvSpPr/>
              <p:nvPr/>
            </p:nvSpPr>
            <p:spPr>
              <a:xfrm>
                <a:off x="6425381" y="5933766"/>
                <a:ext cx="4417141" cy="2138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8038C71-E704-C707-5246-5E5E5A42BDFB}"/>
                  </a:ext>
                </a:extLst>
              </p:cNvPr>
              <p:cNvSpPr/>
              <p:nvPr/>
            </p:nvSpPr>
            <p:spPr>
              <a:xfrm>
                <a:off x="6449961" y="2050024"/>
                <a:ext cx="4417141" cy="2138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5F86179-D96A-077B-E539-CAB7ACDA6765}"/>
                  </a:ext>
                </a:extLst>
              </p:cNvPr>
              <p:cNvSpPr/>
              <p:nvPr/>
            </p:nvSpPr>
            <p:spPr>
              <a:xfrm>
                <a:off x="6449960" y="2873475"/>
                <a:ext cx="4417141" cy="2138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5361BBA-B2D9-4B47-6188-B73DD595BE9D}"/>
                </a:ext>
              </a:extLst>
            </p:cNvPr>
            <p:cNvSpPr txBox="1"/>
            <p:nvPr/>
          </p:nvSpPr>
          <p:spPr>
            <a:xfrm>
              <a:off x="7460601" y="6151816"/>
              <a:ext cx="321113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TW" altLang="en-US">
                  <a:solidFill>
                    <a:schemeClr val="tx1">
                      <a:lumMod val="75000"/>
                    </a:schemeClr>
                  </a:solidFill>
                  <a:cs typeface="Arial"/>
                </a:rPr>
                <a:t>Request by JavaScript fetch()</a:t>
              </a:r>
              <a:endParaRPr lang="zh-TW" altLang="en-US" dirty="0" err="1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ECF58BF-569C-4FFD-F2EE-9CC85E5E786B}"/>
              </a:ext>
            </a:extLst>
          </p:cNvPr>
          <p:cNvGrpSpPr/>
          <p:nvPr/>
        </p:nvGrpSpPr>
        <p:grpSpPr>
          <a:xfrm>
            <a:off x="379618" y="1570395"/>
            <a:ext cx="5422797" cy="4954152"/>
            <a:chOff x="379618" y="1570395"/>
            <a:chExt cx="5422797" cy="4954152"/>
          </a:xfrm>
        </p:grpSpPr>
        <p:pic>
          <p:nvPicPr>
            <p:cNvPr id="14" name="圖片 13" descr="一張含有 文字, 螢幕擷取畫面, 字型, 軟體 的圖片&#10;&#10;AI 產生的內容可能不正確。">
              <a:extLst>
                <a:ext uri="{FF2B5EF4-FFF2-40B4-BE49-F238E27FC236}">
                  <a16:creationId xmlns:a16="http://schemas.microsoft.com/office/drawing/2014/main" id="{41698980-9BFE-E532-0DEE-16BBF3DFB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618" y="1570395"/>
              <a:ext cx="5422797" cy="4565240"/>
            </a:xfrm>
            <a:prstGeom prst="rect">
              <a:avLst/>
            </a:prstGeom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237C74F-8B4C-07C8-7FDD-4113D4879A8D}"/>
                </a:ext>
              </a:extLst>
            </p:cNvPr>
            <p:cNvSpPr txBox="1"/>
            <p:nvPr/>
          </p:nvSpPr>
          <p:spPr>
            <a:xfrm>
              <a:off x="1814388" y="6155215"/>
              <a:ext cx="223651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TW" altLang="en-US">
                  <a:solidFill>
                    <a:schemeClr val="tx1">
                      <a:lumMod val="75000"/>
                    </a:schemeClr>
                  </a:solidFill>
                  <a:cs typeface="Arial"/>
                </a:rPr>
                <a:t>Request by browser</a:t>
              </a:r>
              <a:endParaRPr lang="zh-TW" altLang="en-US" dirty="0" err="1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779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0D3A-64CA-FCCF-75A2-DCD4054C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F326CF-F3BD-9EBD-3375-5CCAD52A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CORS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D8040-6A7C-9CC7-38D5-7089F64D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透過</a:t>
            </a:r>
            <a:r>
              <a:rPr lang="zh-TW" b="0">
                <a:latin typeface="Arial"/>
                <a:ea typeface="微軟正黑體"/>
                <a:cs typeface="Arial"/>
              </a:rPr>
              <a:t>HTTP Header 允許</a:t>
            </a:r>
            <a:r>
              <a:rPr lang="zh-TW" altLang="en-US" b="0">
                <a:latin typeface="Arial"/>
                <a:ea typeface="微軟正黑體"/>
                <a:cs typeface="Arial"/>
              </a:rPr>
              <a:t>跨源請求</a:t>
            </a:r>
            <a:endParaRPr lang="zh-TW" altLang="en-US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Font typeface="Courier New,monospace" pitchFamily="34" charset="0"/>
              <a:buChar char="o"/>
            </a:pPr>
            <a:r>
              <a:rPr lang="zh-TW" b="0">
                <a:latin typeface="Arial"/>
                <a:ea typeface="微軟正黑體"/>
                <a:cs typeface="Arial"/>
              </a:rPr>
              <a:t>Access-Control-Allow-Origin: </a:t>
            </a:r>
            <a:r>
              <a:rPr lang="en-US" altLang="zh-TW" b="0" dirty="0">
                <a:latin typeface="Arial"/>
                <a:ea typeface="微軟正黑體"/>
                <a:cs typeface="Arial"/>
              </a:rPr>
              <a:t>https://example.com</a:t>
            </a:r>
            <a:endParaRPr lang="zh-TW" b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878840" lvl="1" indent="-433705">
              <a:buFont typeface="Courier New" pitchFamily="34" charset="0"/>
              <a:buChar char="o"/>
            </a:pPr>
            <a:r>
              <a:rPr lang="zh-TW" b="0">
                <a:latin typeface="Arial"/>
                <a:ea typeface="微軟正黑體"/>
                <a:cs typeface="Arial"/>
              </a:rPr>
              <a:t>Access-Control-Allow-Origin: *</a:t>
            </a:r>
            <a:endParaRPr lang="zh-TW" altLang="en-US" b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  <a:buFont typeface="Courier New" pitchFamily="34" charset="0"/>
              <a:buChar char="o"/>
            </a:pPr>
            <a:endParaRPr lang="zh-TW" b="0" dirty="0">
              <a:latin typeface="Arial"/>
              <a:ea typeface="微軟正黑體"/>
              <a:cs typeface="Arial"/>
            </a:endParaRPr>
          </a:p>
          <a:p>
            <a:pPr marL="421640" indent="-421640"/>
            <a:endParaRPr lang="zh-TW" altLang="en-US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3" descr="已產生圖像">
            <a:extLst>
              <a:ext uri="{FF2B5EF4-FFF2-40B4-BE49-F238E27FC236}">
                <a16:creationId xmlns:a16="http://schemas.microsoft.com/office/drawing/2014/main" id="{B9B8A141-B2D0-EE32-143D-B6852F62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710" y="2109951"/>
            <a:ext cx="4792718" cy="4674476"/>
          </a:xfrm>
          <a:prstGeom prst="rect">
            <a:avLst/>
          </a:prstGeom>
        </p:spPr>
      </p:pic>
      <p:sp>
        <p:nvSpPr>
          <p:cNvPr id="5" name="圖說文字: 向右箭號 4">
            <a:extLst>
              <a:ext uri="{FF2B5EF4-FFF2-40B4-BE49-F238E27FC236}">
                <a16:creationId xmlns:a16="http://schemas.microsoft.com/office/drawing/2014/main" id="{6D75FAC6-8440-4C6D-2D65-09820664E9CA}"/>
              </a:ext>
            </a:extLst>
          </p:cNvPr>
          <p:cNvSpPr/>
          <p:nvPr/>
        </p:nvSpPr>
        <p:spPr>
          <a:xfrm>
            <a:off x="1566042" y="3090041"/>
            <a:ext cx="5210502" cy="664780"/>
          </a:xfrm>
          <a:prstGeom prst="rightArrowCallou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>
                <a:cs typeface="Arial"/>
              </a:rPr>
              <a:t>同源請求(如提交表單資料)</a:t>
            </a:r>
          </a:p>
        </p:txBody>
      </p:sp>
      <p:sp>
        <p:nvSpPr>
          <p:cNvPr id="6" name="圖說文字: 向右箭號 5">
            <a:extLst>
              <a:ext uri="{FF2B5EF4-FFF2-40B4-BE49-F238E27FC236}">
                <a16:creationId xmlns:a16="http://schemas.microsoft.com/office/drawing/2014/main" id="{AF9BC34A-AB28-A7CC-658F-4FE8662EA4F3}"/>
              </a:ext>
            </a:extLst>
          </p:cNvPr>
          <p:cNvSpPr/>
          <p:nvPr/>
        </p:nvSpPr>
        <p:spPr>
          <a:xfrm>
            <a:off x="1566042" y="4430110"/>
            <a:ext cx="5210502" cy="664780"/>
          </a:xfrm>
          <a:prstGeom prst="rightArrowCallou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sz="2000">
                <a:cs typeface="Arial"/>
              </a:rPr>
              <a:t>非同源請求(且不允許CORS)</a:t>
            </a:r>
          </a:p>
        </p:txBody>
      </p:sp>
      <p:sp>
        <p:nvSpPr>
          <p:cNvPr id="7" name="圖說文字: 向右箭號 6">
            <a:extLst>
              <a:ext uri="{FF2B5EF4-FFF2-40B4-BE49-F238E27FC236}">
                <a16:creationId xmlns:a16="http://schemas.microsoft.com/office/drawing/2014/main" id="{151CDE3D-109A-2003-E612-A339814A9A40}"/>
              </a:ext>
            </a:extLst>
          </p:cNvPr>
          <p:cNvSpPr/>
          <p:nvPr/>
        </p:nvSpPr>
        <p:spPr>
          <a:xfrm>
            <a:off x="1592318" y="5665076"/>
            <a:ext cx="5210502" cy="664780"/>
          </a:xfrm>
          <a:prstGeom prst="rightArrowCallou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sz="2000">
                <a:cs typeface="Arial"/>
              </a:rPr>
              <a:t>非同源請求(允許CORS)</a:t>
            </a:r>
          </a:p>
        </p:txBody>
      </p:sp>
    </p:spTree>
    <p:extLst>
      <p:ext uri="{BB962C8B-B14F-4D97-AF65-F5344CB8AC3E}">
        <p14:creationId xmlns:p14="http://schemas.microsoft.com/office/powerpoint/2010/main" val="2683945520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41</TotalTime>
  <Words>534</Words>
  <Application>Microsoft Office PowerPoint</Application>
  <PresentationFormat>寬螢幕</PresentationFormat>
  <Paragraphs>36</Paragraphs>
  <Slides>14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2019簡報範本_light</vt:lpstr>
      <vt:lpstr>Deploy by ngrok &amp; Deployment notes</vt:lpstr>
      <vt:lpstr>Download ngrok</vt:lpstr>
      <vt:lpstr>申請ngrok帳號</vt:lpstr>
      <vt:lpstr>Authenticate ngrok</vt:lpstr>
      <vt:lpstr>Authenticate ngrok</vt:lpstr>
      <vt:lpstr>Connect local port to ngrok</vt:lpstr>
      <vt:lpstr>Threaded</vt:lpstr>
      <vt:lpstr>COOKIES</vt:lpstr>
      <vt:lpstr>CORS</vt:lpstr>
      <vt:lpstr>Cross-Origin Request Exploitation</vt:lpstr>
      <vt:lpstr>CORS</vt:lpstr>
      <vt:lpstr>CORS</vt:lpstr>
      <vt:lpstr>CORS</vt:lpstr>
      <vt:lpstr>CORS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昱維 曹</cp:lastModifiedBy>
  <cp:revision>480</cp:revision>
  <cp:lastPrinted>2019-04-29T05:54:36Z</cp:lastPrinted>
  <dcterms:created xsi:type="dcterms:W3CDTF">2019-04-17T09:27:11Z</dcterms:created>
  <dcterms:modified xsi:type="dcterms:W3CDTF">2026-06-10T18:31:17Z</dcterms:modified>
  <cp:category>淺色</cp:category>
</cp:coreProperties>
</file>