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331" r:id="rId2"/>
    <p:sldId id="399" r:id="rId3"/>
    <p:sldId id="400" r:id="rId4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963215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課堂專題製作</a:t>
            </a:r>
            <a:endParaRPr lang="en-US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44140C59-CE78-4035-A7FC-6C8203DB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8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網站說明</a:t>
            </a:r>
          </a:p>
        </p:txBody>
      </p:sp>
      <p:sp>
        <p:nvSpPr>
          <p:cNvPr id="8" name="文字版面配置區 4">
            <a:extLst>
              <a:ext uri="{FF2B5EF4-FFF2-40B4-BE49-F238E27FC236}">
                <a16:creationId xmlns:a16="http://schemas.microsoft.com/office/drawing/2014/main" id="{6720A29A-C4BE-4411-B984-01DE68015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962" y="765175"/>
            <a:ext cx="10797635" cy="561657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網站外觀使用</a:t>
            </a:r>
            <a:r>
              <a:rPr lang="en-US" altLang="zh-TW" dirty="0"/>
              <a:t>bootstrap</a:t>
            </a:r>
            <a:r>
              <a:rPr lang="zh-TW" altLang="en-US" dirty="0"/>
              <a:t>的前端框架</a:t>
            </a:r>
            <a:endParaRPr lang="en-US" altLang="zh-TW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網站功能</a:t>
            </a:r>
            <a:r>
              <a:rPr lang="en-US" altLang="zh-TW" dirty="0"/>
              <a:t>:</a:t>
            </a:r>
            <a:r>
              <a:rPr lang="zh-TW" altLang="en-US" dirty="0"/>
              <a:t>將上傳的手寫數字圖片儲存並辨識該數字為何</a:t>
            </a:r>
            <a:endParaRPr lang="en-US" altLang="zh-TW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網站說明</a:t>
            </a:r>
          </a:p>
        </p:txBody>
      </p:sp>
      <p:sp>
        <p:nvSpPr>
          <p:cNvPr id="8" name="文字版面配置區 4">
            <a:extLst>
              <a:ext uri="{FF2B5EF4-FFF2-40B4-BE49-F238E27FC236}">
                <a16:creationId xmlns:a16="http://schemas.microsoft.com/office/drawing/2014/main" id="{6720A29A-C4BE-4411-B984-01DE68015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962" y="765175"/>
            <a:ext cx="10797635" cy="561657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/>
              <a:t>運作流程</a:t>
            </a:r>
            <a:r>
              <a:rPr lang="en-US" altLang="zh-TW" dirty="0"/>
              <a:t>:</a:t>
            </a:r>
          </a:p>
          <a:p>
            <a:pPr marL="914412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0B91820-F956-4542-B583-B9D18A1A42BA}"/>
              </a:ext>
            </a:extLst>
          </p:cNvPr>
          <p:cNvSpPr/>
          <p:nvPr/>
        </p:nvSpPr>
        <p:spPr>
          <a:xfrm>
            <a:off x="5586734" y="1649097"/>
            <a:ext cx="3749125" cy="481897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altLang="zh-TW" sz="3600" dirty="0"/>
              <a:t>flask app</a:t>
            </a:r>
            <a:endParaRPr lang="zh-TW" altLang="en-US" sz="3600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EB467C5-121E-4771-BA7B-6118A402C37C}"/>
              </a:ext>
            </a:extLst>
          </p:cNvPr>
          <p:cNvSpPr/>
          <p:nvPr/>
        </p:nvSpPr>
        <p:spPr>
          <a:xfrm>
            <a:off x="1056402" y="2138347"/>
            <a:ext cx="1743465" cy="81223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手寫數字圖片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05A81BE-3053-4E75-A457-E6B3270F5F7B}"/>
              </a:ext>
            </a:extLst>
          </p:cNvPr>
          <p:cNvSpPr/>
          <p:nvPr/>
        </p:nvSpPr>
        <p:spPr>
          <a:xfrm>
            <a:off x="6195876" y="3847454"/>
            <a:ext cx="2110837" cy="297766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TW" dirty="0"/>
              <a:t>static/uploaded</a:t>
            </a:r>
            <a:endParaRPr lang="zh-TW" altLang="en-US" dirty="0"/>
          </a:p>
        </p:txBody>
      </p:sp>
      <p:sp>
        <p:nvSpPr>
          <p:cNvPr id="5" name="箭號: 向下 4">
            <a:extLst>
              <a:ext uri="{FF2B5EF4-FFF2-40B4-BE49-F238E27FC236}">
                <a16:creationId xmlns:a16="http://schemas.microsoft.com/office/drawing/2014/main" id="{0F4D95B1-3A33-4433-BD87-4622C7021AA9}"/>
              </a:ext>
            </a:extLst>
          </p:cNvPr>
          <p:cNvSpPr/>
          <p:nvPr/>
        </p:nvSpPr>
        <p:spPr>
          <a:xfrm>
            <a:off x="6560367" y="2819045"/>
            <a:ext cx="1491271" cy="802270"/>
          </a:xfrm>
          <a:prstGeom prst="downArrow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uuid4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756163D-9211-401B-8AE3-9E025A931B4A}"/>
              </a:ext>
            </a:extLst>
          </p:cNvPr>
          <p:cNvSpPr/>
          <p:nvPr/>
        </p:nvSpPr>
        <p:spPr>
          <a:xfrm>
            <a:off x="9992844" y="3476821"/>
            <a:ext cx="2135591" cy="1029809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recognition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3A3BBDA-4530-4D6E-A926-2261E4267A9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8306713" y="3991726"/>
            <a:ext cx="1686131" cy="46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FBE825F-D214-4C18-ABCF-26DD7C41418D}"/>
              </a:ext>
            </a:extLst>
          </p:cNvPr>
          <p:cNvSpPr/>
          <p:nvPr/>
        </p:nvSpPr>
        <p:spPr>
          <a:xfrm>
            <a:off x="9716653" y="5671680"/>
            <a:ext cx="1314374" cy="500113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辨識結果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5E7D9E1-0427-404D-93A6-5931F05E7A9E}"/>
              </a:ext>
            </a:extLst>
          </p:cNvPr>
          <p:cNvCxnSpPr>
            <a:cxnSpLocks/>
          </p:cNvCxnSpPr>
          <p:nvPr/>
        </p:nvCxnSpPr>
        <p:spPr>
          <a:xfrm flipH="1">
            <a:off x="3989861" y="5519224"/>
            <a:ext cx="1477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8CCA731-7C1C-4B3D-8EBF-E37A88E18E07}"/>
              </a:ext>
            </a:extLst>
          </p:cNvPr>
          <p:cNvCxnSpPr>
            <a:cxnSpLocks/>
          </p:cNvCxnSpPr>
          <p:nvPr/>
        </p:nvCxnSpPr>
        <p:spPr>
          <a:xfrm>
            <a:off x="3989860" y="3142199"/>
            <a:ext cx="2439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C5EF030-E02D-4332-B88E-E259D047364D}"/>
              </a:ext>
            </a:extLst>
          </p:cNvPr>
          <p:cNvSpPr/>
          <p:nvPr/>
        </p:nvSpPr>
        <p:spPr>
          <a:xfrm>
            <a:off x="119905" y="1691423"/>
            <a:ext cx="721440" cy="4834814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dirty="0"/>
              <a:t>Client</a:t>
            </a:r>
          </a:p>
          <a:p>
            <a:pPr algn="ctr"/>
            <a:r>
              <a:rPr lang="en-US" altLang="zh-TW" dirty="0"/>
              <a:t>browser</a:t>
            </a:r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547FA19-8CE2-42D8-BDBC-C1A66AE537D7}"/>
              </a:ext>
            </a:extLst>
          </p:cNvPr>
          <p:cNvCxnSpPr>
            <a:cxnSpLocks/>
          </p:cNvCxnSpPr>
          <p:nvPr/>
        </p:nvCxnSpPr>
        <p:spPr>
          <a:xfrm>
            <a:off x="917642" y="3142199"/>
            <a:ext cx="2019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C985CFF-A13F-4EB7-BD98-B5CBD07AEFEC}"/>
              </a:ext>
            </a:extLst>
          </p:cNvPr>
          <p:cNvCxnSpPr>
            <a:cxnSpLocks/>
          </p:cNvCxnSpPr>
          <p:nvPr/>
        </p:nvCxnSpPr>
        <p:spPr>
          <a:xfrm flipH="1">
            <a:off x="960360" y="5519224"/>
            <a:ext cx="19762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22B05B8-08C7-43F0-BC55-F2A3D57F5D1F}"/>
              </a:ext>
            </a:extLst>
          </p:cNvPr>
          <p:cNvSpPr/>
          <p:nvPr/>
        </p:nvSpPr>
        <p:spPr>
          <a:xfrm>
            <a:off x="3242376" y="1719585"/>
            <a:ext cx="746471" cy="483481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dirty="0"/>
              <a:t>Development</a:t>
            </a:r>
          </a:p>
          <a:p>
            <a:pPr algn="ctr"/>
            <a:r>
              <a:rPr lang="en-US" altLang="zh-TW" dirty="0"/>
              <a:t>sever</a:t>
            </a:r>
            <a:endParaRPr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AAB95837-BABF-45B7-B102-B39F2A9D95EC}"/>
              </a:ext>
            </a:extLst>
          </p:cNvPr>
          <p:cNvSpPr/>
          <p:nvPr/>
        </p:nvSpPr>
        <p:spPr>
          <a:xfrm>
            <a:off x="9864936" y="1802690"/>
            <a:ext cx="2135591" cy="1029809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model.pickle</a:t>
            </a:r>
            <a:endParaRPr lang="zh-TW" altLang="en-US" dirty="0"/>
          </a:p>
        </p:txBody>
      </p:sp>
      <p:sp>
        <p:nvSpPr>
          <p:cNvPr id="31" name="加號 30">
            <a:extLst>
              <a:ext uri="{FF2B5EF4-FFF2-40B4-BE49-F238E27FC236}">
                <a16:creationId xmlns:a16="http://schemas.microsoft.com/office/drawing/2014/main" id="{1810C64B-E25F-41E7-9EFE-63B268E63901}"/>
              </a:ext>
            </a:extLst>
          </p:cNvPr>
          <p:cNvSpPr/>
          <p:nvPr/>
        </p:nvSpPr>
        <p:spPr>
          <a:xfrm>
            <a:off x="10648282" y="2880320"/>
            <a:ext cx="568900" cy="548680"/>
          </a:xfrm>
          <a:prstGeom prst="mathPlus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DED042DD-6506-4D1A-9B8D-FBF0FFD695EF}"/>
              </a:ext>
            </a:extLst>
          </p:cNvPr>
          <p:cNvSpPr/>
          <p:nvPr/>
        </p:nvSpPr>
        <p:spPr>
          <a:xfrm>
            <a:off x="8521831" y="2866274"/>
            <a:ext cx="1328714" cy="981180"/>
          </a:xfrm>
          <a:prstGeom prst="ellipse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儲存的圖片與檔名</a:t>
            </a:r>
          </a:p>
        </p:txBody>
      </p:sp>
      <p:sp>
        <p:nvSpPr>
          <p:cNvPr id="51" name="手繪多邊形: 圖案 50">
            <a:extLst>
              <a:ext uri="{FF2B5EF4-FFF2-40B4-BE49-F238E27FC236}">
                <a16:creationId xmlns:a16="http://schemas.microsoft.com/office/drawing/2014/main" id="{805257BE-7F18-4D82-ACA1-3888F14A0440}"/>
              </a:ext>
            </a:extLst>
          </p:cNvPr>
          <p:cNvSpPr/>
          <p:nvPr/>
        </p:nvSpPr>
        <p:spPr>
          <a:xfrm>
            <a:off x="9427073" y="4520019"/>
            <a:ext cx="1705524" cy="1029808"/>
          </a:xfrm>
          <a:custGeom>
            <a:avLst/>
            <a:gdLst>
              <a:gd name="connsiteX0" fmla="*/ 1564850 w 1614309"/>
              <a:gd name="connsiteY0" fmla="*/ 0 h 970961"/>
              <a:gd name="connsiteX1" fmla="*/ 1583703 w 1614309"/>
              <a:gd name="connsiteY1" fmla="*/ 838986 h 970961"/>
              <a:gd name="connsiteX2" fmla="*/ 1583703 w 1614309"/>
              <a:gd name="connsiteY2" fmla="*/ 942680 h 970961"/>
              <a:gd name="connsiteX3" fmla="*/ 1461155 w 1614309"/>
              <a:gd name="connsiteY3" fmla="*/ 970961 h 970961"/>
              <a:gd name="connsiteX4" fmla="*/ 0 w 1614309"/>
              <a:gd name="connsiteY4" fmla="*/ 942680 h 97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09" h="970961">
                <a:moveTo>
                  <a:pt x="1564850" y="0"/>
                </a:moveTo>
                <a:cubicBezTo>
                  <a:pt x="1572705" y="340936"/>
                  <a:pt x="1580561" y="681873"/>
                  <a:pt x="1583703" y="838986"/>
                </a:cubicBezTo>
                <a:cubicBezTo>
                  <a:pt x="1586845" y="996099"/>
                  <a:pt x="1604128" y="920684"/>
                  <a:pt x="1583703" y="942680"/>
                </a:cubicBezTo>
                <a:cubicBezTo>
                  <a:pt x="1563278" y="964676"/>
                  <a:pt x="1725105" y="970961"/>
                  <a:pt x="1461155" y="970961"/>
                </a:cubicBezTo>
                <a:cubicBezTo>
                  <a:pt x="1197205" y="970961"/>
                  <a:pt x="323654" y="944251"/>
                  <a:pt x="0" y="94268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461DAC30-675A-4785-A046-3387485A05DC}"/>
              </a:ext>
            </a:extLst>
          </p:cNvPr>
          <p:cNvCxnSpPr>
            <a:cxnSpLocks/>
          </p:cNvCxnSpPr>
          <p:nvPr/>
        </p:nvCxnSpPr>
        <p:spPr>
          <a:xfrm flipH="1">
            <a:off x="3989861" y="5520876"/>
            <a:ext cx="147768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FE492DE3-4FFB-4B86-897D-DFC99D0DAD3D}"/>
              </a:ext>
            </a:extLst>
          </p:cNvPr>
          <p:cNvCxnSpPr>
            <a:cxnSpLocks/>
          </p:cNvCxnSpPr>
          <p:nvPr/>
        </p:nvCxnSpPr>
        <p:spPr>
          <a:xfrm>
            <a:off x="4070070" y="3143851"/>
            <a:ext cx="2359010" cy="20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4BCE8C39-87F8-4972-8239-AEA7679E7FDE}"/>
              </a:ext>
            </a:extLst>
          </p:cNvPr>
          <p:cNvCxnSpPr>
            <a:cxnSpLocks/>
          </p:cNvCxnSpPr>
          <p:nvPr/>
        </p:nvCxnSpPr>
        <p:spPr>
          <a:xfrm>
            <a:off x="917642" y="3143851"/>
            <a:ext cx="2019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84BBDC19-3A2F-4184-9856-41CE18EFADB8}"/>
              </a:ext>
            </a:extLst>
          </p:cNvPr>
          <p:cNvCxnSpPr>
            <a:cxnSpLocks/>
          </p:cNvCxnSpPr>
          <p:nvPr/>
        </p:nvCxnSpPr>
        <p:spPr>
          <a:xfrm flipH="1">
            <a:off x="960360" y="5520876"/>
            <a:ext cx="1976282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手繪多邊形: 圖案 55">
            <a:extLst>
              <a:ext uri="{FF2B5EF4-FFF2-40B4-BE49-F238E27FC236}">
                <a16:creationId xmlns:a16="http://schemas.microsoft.com/office/drawing/2014/main" id="{BDCDC00B-65C4-442B-BDC8-575278C3D27E}"/>
              </a:ext>
            </a:extLst>
          </p:cNvPr>
          <p:cNvSpPr/>
          <p:nvPr/>
        </p:nvSpPr>
        <p:spPr>
          <a:xfrm>
            <a:off x="9427073" y="4521671"/>
            <a:ext cx="1705524" cy="1029808"/>
          </a:xfrm>
          <a:custGeom>
            <a:avLst/>
            <a:gdLst>
              <a:gd name="connsiteX0" fmla="*/ 1564850 w 1614309"/>
              <a:gd name="connsiteY0" fmla="*/ 0 h 970961"/>
              <a:gd name="connsiteX1" fmla="*/ 1583703 w 1614309"/>
              <a:gd name="connsiteY1" fmla="*/ 838986 h 970961"/>
              <a:gd name="connsiteX2" fmla="*/ 1583703 w 1614309"/>
              <a:gd name="connsiteY2" fmla="*/ 942680 h 970961"/>
              <a:gd name="connsiteX3" fmla="*/ 1461155 w 1614309"/>
              <a:gd name="connsiteY3" fmla="*/ 970961 h 970961"/>
              <a:gd name="connsiteX4" fmla="*/ 0 w 1614309"/>
              <a:gd name="connsiteY4" fmla="*/ 942680 h 97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4309" h="970961">
                <a:moveTo>
                  <a:pt x="1564850" y="0"/>
                </a:moveTo>
                <a:cubicBezTo>
                  <a:pt x="1572705" y="340936"/>
                  <a:pt x="1580561" y="681873"/>
                  <a:pt x="1583703" y="838986"/>
                </a:cubicBezTo>
                <a:cubicBezTo>
                  <a:pt x="1586845" y="996099"/>
                  <a:pt x="1604128" y="920684"/>
                  <a:pt x="1583703" y="942680"/>
                </a:cubicBezTo>
                <a:cubicBezTo>
                  <a:pt x="1563278" y="964676"/>
                  <a:pt x="1725105" y="970961"/>
                  <a:pt x="1461155" y="970961"/>
                </a:cubicBezTo>
                <a:cubicBezTo>
                  <a:pt x="1197205" y="970961"/>
                  <a:pt x="323654" y="944251"/>
                  <a:pt x="0" y="942680"/>
                </a:cubicBezTo>
              </a:path>
            </a:pathLst>
          </a:custGeom>
          <a:ln w="762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736812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1168</TotalTime>
  <Words>377</Words>
  <Application>Microsoft Office PowerPoint</Application>
  <PresentationFormat>寬螢幕</PresentationFormat>
  <Paragraphs>34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2019簡報範本_light</vt:lpstr>
      <vt:lpstr>課堂專題製作</vt:lpstr>
      <vt:lpstr>網站說明</vt:lpstr>
      <vt:lpstr>網站說明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294</cp:revision>
  <cp:lastPrinted>2019-04-29T05:54:36Z</cp:lastPrinted>
  <dcterms:created xsi:type="dcterms:W3CDTF">2019-04-17T09:27:11Z</dcterms:created>
  <dcterms:modified xsi:type="dcterms:W3CDTF">2026-06-09T13:16:08Z</dcterms:modified>
  <cp:category>淺色</cp:category>
</cp:coreProperties>
</file>