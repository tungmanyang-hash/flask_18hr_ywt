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1" r:id="rId1"/>
  </p:sldMasterIdLst>
  <p:notesMasterIdLst>
    <p:notesMasterId r:id="rId7"/>
  </p:notesMasterIdLst>
  <p:handoutMasterIdLst>
    <p:handoutMasterId r:id="rId8"/>
  </p:handoutMasterIdLst>
  <p:sldIdLst>
    <p:sldId id="331" r:id="rId2"/>
    <p:sldId id="423" r:id="rId3"/>
    <p:sldId id="426" r:id="rId4"/>
    <p:sldId id="424" r:id="rId5"/>
    <p:sldId id="425" r:id="rId6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ac" initials="i" lastIdx="1" clrIdx="0">
    <p:extLst>
      <p:ext uri="{19B8F6BF-5375-455C-9EA6-DF929625EA0E}">
        <p15:presenceInfo xmlns:p15="http://schemas.microsoft.com/office/powerpoint/2012/main" userId="isaa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FFFFFF"/>
    <a:srgbClr val="323E1A"/>
    <a:srgbClr val="003300"/>
    <a:srgbClr val="00009A"/>
    <a:srgbClr val="000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EA8960-8AC3-3271-8EBA-BB73D5107705}" v="2" dt="2026-06-13T03:49:16.316"/>
  </p1510:revLst>
</p1510:revInfo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03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昱維 曹" userId="611d57ab1da5f08a" providerId="Windows Live" clId="Web-{5DEA8960-8AC3-3271-8EBA-BB73D5107705}"/>
    <pc:docChg chg="modSld">
      <pc:chgData name="昱維 曹" userId="611d57ab1da5f08a" providerId="Windows Live" clId="Web-{5DEA8960-8AC3-3271-8EBA-BB73D5107705}" dt="2026-06-13T03:49:16.316" v="1" actId="1076"/>
      <pc:docMkLst>
        <pc:docMk/>
      </pc:docMkLst>
      <pc:sldChg chg="modSp">
        <pc:chgData name="昱維 曹" userId="611d57ab1da5f08a" providerId="Windows Live" clId="Web-{5DEA8960-8AC3-3271-8EBA-BB73D5107705}" dt="2026-06-13T03:49:16.316" v="1" actId="1076"/>
        <pc:sldMkLst>
          <pc:docMk/>
          <pc:sldMk cId="3759222456" sldId="423"/>
        </pc:sldMkLst>
        <pc:grpChg chg="mod">
          <ac:chgData name="昱維 曹" userId="611d57ab1da5f08a" providerId="Windows Live" clId="Web-{5DEA8960-8AC3-3271-8EBA-BB73D5107705}" dt="2026-06-13T03:49:16.316" v="1" actId="1076"/>
          <ac:grpSpMkLst>
            <pc:docMk/>
            <pc:sldMk cId="3759222456" sldId="423"/>
            <ac:grpSpMk id="9" creationId="{D3AFB6B7-50C2-2B1F-8E8F-E06F26E36693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F5AB9-3463-4E65-AFD3-5431B79ADFDC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0C45D-A6E0-411D-9D9F-B22D9F5136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1073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376364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E4D81D0-FCC8-42FD-B0AF-6DA70B5F6E70}"/>
              </a:ext>
            </a:extLst>
          </p:cNvPr>
          <p:cNvSpPr/>
          <p:nvPr/>
        </p:nvSpPr>
        <p:spPr>
          <a:xfrm>
            <a:off x="91232" y="8110145"/>
            <a:ext cx="6623050" cy="11079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【Key Points】</a:t>
            </a:r>
          </a:p>
          <a:p>
            <a:pPr algn="l"/>
            <a:endParaRPr lang="zh-TW" altLang="en-US"/>
          </a:p>
        </p:txBody>
      </p:sp>
      <p:sp>
        <p:nvSpPr>
          <p:cNvPr id="9" name="投影片圖像版面配置區 3">
            <a:extLst>
              <a:ext uri="{FF2B5EF4-FFF2-40B4-BE49-F238E27FC236}">
                <a16:creationId xmlns:a16="http://schemas.microsoft.com/office/drawing/2014/main" id="{3A6EF303-87EA-4AFE-8AF8-60DA97A17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13" name="備忘稿版面配置區 4">
            <a:extLst>
              <a:ext uri="{FF2B5EF4-FFF2-40B4-BE49-F238E27FC236}">
                <a16:creationId xmlns:a16="http://schemas.microsoft.com/office/drawing/2014/main" id="{8E303468-187E-49A8-9D33-C12B34DA2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32" y="4609629"/>
            <a:ext cx="6623050" cy="35005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195302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0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1BF7A2D-EE60-43A8-8E8A-1CA3E7F4432C}"/>
              </a:ext>
            </a:extLst>
          </p:cNvPr>
          <p:cNvSpPr txBox="1"/>
          <p:nvPr/>
        </p:nvSpPr>
        <p:spPr>
          <a:xfrm>
            <a:off x="91232" y="8426053"/>
            <a:ext cx="662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>
                <a:solidFill>
                  <a:srgbClr val="0000FF"/>
                </a:solidFill>
              </a:rPr>
              <a:t>每一個章節預估用</a:t>
            </a:r>
            <a:r>
              <a:rPr lang="en-US" altLang="zh-TW" sz="1200">
                <a:solidFill>
                  <a:srgbClr val="0000FF"/>
                </a:solidFill>
              </a:rPr>
              <a:t>30</a:t>
            </a:r>
            <a:r>
              <a:rPr lang="zh-TW" altLang="en-US" sz="1200">
                <a:solidFill>
                  <a:srgbClr val="0000FF"/>
                </a:solidFill>
              </a:rPr>
              <a:t>分鐘講授課程內容，</a:t>
            </a:r>
            <a:r>
              <a:rPr lang="en-US" altLang="zh-TW" sz="1200">
                <a:solidFill>
                  <a:srgbClr val="0000FF"/>
                </a:solidFill>
              </a:rPr>
              <a:t>20</a:t>
            </a:r>
            <a:r>
              <a:rPr lang="zh-TW" altLang="en-US" sz="1200">
                <a:solidFill>
                  <a:srgbClr val="0000FF"/>
                </a:solidFill>
              </a:rPr>
              <a:t>分鐘讓學員實做</a:t>
            </a:r>
            <a:r>
              <a:rPr lang="en-US" altLang="zh-TW" sz="1200">
                <a:solidFill>
                  <a:srgbClr val="0000FF"/>
                </a:solidFill>
              </a:rPr>
              <a:t>Lab</a:t>
            </a:r>
            <a:r>
              <a:rPr lang="zh-TW" altLang="en-US" sz="1200">
                <a:solidFill>
                  <a:srgbClr val="0000FF"/>
                </a:solidFill>
              </a:rPr>
              <a:t>，</a:t>
            </a:r>
            <a:r>
              <a:rPr lang="en-US" altLang="zh-TW" sz="1200">
                <a:solidFill>
                  <a:srgbClr val="0000FF"/>
                </a:solidFill>
              </a:rPr>
              <a:t>10</a:t>
            </a:r>
            <a:r>
              <a:rPr lang="zh-TW" altLang="en-US" sz="1200">
                <a:solidFill>
                  <a:srgbClr val="0000FF"/>
                </a:solidFill>
              </a:rPr>
              <a:t>分鐘討論或休息。</a:t>
            </a: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231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AAC67-F412-16A5-D68B-B6449FD63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B1C000-F6D3-7CD3-D2C0-8D4E7EDD7F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07FDA6-9357-2F2C-C2CA-58D27866A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5936BE-CBB0-C7B4-2829-4626F39392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8BE06-4033-95A0-8C98-BCF83EA756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F9004C6D-F02C-9CDB-4669-33596A770C56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3740016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28213-6FCD-B018-A244-E8C852B5B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C29ACC-C941-A64A-A69F-4E17D73E3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14F8E2-62BC-9700-6FE6-2B69C6D55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F20E3-435E-D132-A971-1AD1F1F0E13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F81405-94A8-DE81-6363-180DC36FF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842B2869-767A-1F93-FADA-F9B63A6CC6EB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3160761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1EA8B-8F08-1FB4-D285-4F9FD5623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F34EAF-0333-EC41-30A3-2B2CF863C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EEEC8-3750-9476-2BE0-02797D0A3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1D2FF-97C1-E6E9-742B-B527E6FC6FD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C7937E-16F5-324A-BEB3-A1343A689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5C0B2E49-9F15-FB02-78DF-BC590568A11E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305050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C9502-255B-820A-7AC0-F98EEF7A5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F0939E-52C9-C3E8-F16B-0DA632225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C4CFE-E2DE-4740-E74A-5B433A187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C346A1-9D5A-AB1F-DD14-FC654B30F0A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2B733F-B609-9B75-0103-47BE8B7CA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50DEB54E-FD6B-F5AB-E5D1-C498086648F7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100833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53940" y="2852936"/>
            <a:ext cx="11247040" cy="692696"/>
          </a:xfrm>
        </p:spPr>
        <p:txBody>
          <a:bodyPr/>
          <a:lstStyle>
            <a:lvl1pPr algn="ctr"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封面</a:t>
            </a:r>
          </a:p>
        </p:txBody>
      </p:sp>
      <p:sp>
        <p:nvSpPr>
          <p:cNvPr id="5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592F39-E5A5-4CE6-B04B-B4DCCEDFCE8D}"/>
              </a:ext>
            </a:extLst>
          </p:cNvPr>
          <p:cNvSpPr txBox="1"/>
          <p:nvPr userDrawn="1"/>
        </p:nvSpPr>
        <p:spPr>
          <a:xfrm>
            <a:off x="4553305" y="1427937"/>
            <a:ext cx="2836007" cy="77405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altLang="zh-TW" sz="2215">
              <a:solidFill>
                <a:schemeClr val="tx1">
                  <a:lumMod val="75000"/>
                </a:schemeClr>
              </a:solidFill>
            </a:endParaRPr>
          </a:p>
          <a:p>
            <a:endParaRPr lang="zh-TW" altLang="en-US" sz="2215" err="1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0650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46DC4E-74EA-4FF4-9DAA-ED2D59AFB0F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34637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 b="1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2pPr>
            <a:lvl3pPr marL="1324741" indent="-32825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3pPr>
            <a:lvl4pPr marL="1652995" indent="-22274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4pPr>
            <a:lvl5pPr marL="1992973" indent="-339978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tabLst>
                <a:tab pos="9824184" algn="l"/>
              </a:tabLst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418C1F-6B55-4A71-AFFD-089A51282D0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064618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72008"/>
            <a:ext cx="11247040" cy="54868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6558267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7070878" y="764704"/>
            <a:ext cx="4785762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AE68B8-99C7-40B9-B8F1-A798C021C43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606717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46735" y="764704"/>
            <a:ext cx="6558267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46735" y="1340768"/>
            <a:ext cx="6558267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93627" y="764704"/>
            <a:ext cx="4945582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893627" y="1340768"/>
            <a:ext cx="4945582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C7611D-A327-4D7A-B0CC-BD7C9B9F11E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8933376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56CA749-C98C-4DB3-9FF7-B1074AFD1EA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121913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84F4EE5-BCBD-459C-B67D-EBB22C6F76D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4354668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5360" y="273050"/>
            <a:ext cx="4285487" cy="1162050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7385" y="273050"/>
            <a:ext cx="7089255" cy="6180286"/>
          </a:xfrm>
        </p:spPr>
        <p:txBody>
          <a:bodyPr/>
          <a:lstStyle>
            <a:lvl1pPr>
              <a:defRPr sz="3939">
                <a:solidFill>
                  <a:srgbClr val="000000"/>
                </a:solidFill>
              </a:defRPr>
            </a:lvl1pPr>
            <a:lvl2pPr>
              <a:defRPr sz="3446">
                <a:solidFill>
                  <a:srgbClr val="000000"/>
                </a:solidFill>
              </a:defRPr>
            </a:lvl2pPr>
            <a:lvl3pPr>
              <a:defRPr sz="2954">
                <a:solidFill>
                  <a:srgbClr val="000000"/>
                </a:solidFill>
              </a:defRPr>
            </a:lvl3pPr>
            <a:lvl4pPr>
              <a:defRPr sz="2462">
                <a:solidFill>
                  <a:srgbClr val="000000"/>
                </a:solidFill>
              </a:defRPr>
            </a:lvl4pPr>
            <a:lvl5pPr>
              <a:defRPr sz="2462">
                <a:solidFill>
                  <a:srgbClr val="000000"/>
                </a:solidFill>
              </a:defRPr>
            </a:lvl5pPr>
            <a:lvl6pPr>
              <a:defRPr sz="2462"/>
            </a:lvl6pPr>
            <a:lvl7pPr>
              <a:defRPr sz="2462"/>
            </a:lvl7pPr>
            <a:lvl8pPr>
              <a:defRPr sz="2462"/>
            </a:lvl8pPr>
            <a:lvl9pPr>
              <a:defRPr sz="2462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35360" y="1435100"/>
            <a:ext cx="4285487" cy="5018236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56EE654-F85C-488B-B06D-685A5EF03A3B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716053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939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6EC7FDE-831C-4773-9CCD-4D6A877F542E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851522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7CAB5AA-8175-4E01-AC40-A371C4F5007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383485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928815" cy="6106690"/>
          </a:xfrm>
        </p:spPr>
        <p:txBody>
          <a:bodyPr vert="eaVert"/>
          <a:lstStyle>
            <a:lvl1pPr>
              <a:defRPr sz="3939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5360" y="274638"/>
            <a:ext cx="8316271" cy="6106690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3A9370-114B-41F5-9582-92E53FE088F4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3916010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E3FB43C-F578-4BAC-B008-B910508BFE59}"/>
              </a:ext>
            </a:extLst>
          </p:cNvPr>
          <p:cNvSpPr/>
          <p:nvPr userDrawn="1"/>
        </p:nvSpPr>
        <p:spPr>
          <a:xfrm>
            <a:off x="0" y="0"/>
            <a:ext cx="122997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215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09600" y="216024"/>
            <a:ext cx="1110302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altLang="zh-TW"/>
              <a:t>Arial(</a:t>
            </a:r>
            <a:r>
              <a:rPr lang="zh-TW" altLang="en-US"/>
              <a:t>標題</a:t>
            </a:r>
            <a:r>
              <a:rPr lang="en-US" altLang="zh-TW"/>
              <a:t>)</a:t>
            </a:r>
            <a:r>
              <a:rPr lang="zh-TW" altLang="en-US"/>
              <a:t> </a:t>
            </a:r>
            <a:r>
              <a:rPr lang="en-US" altLang="zh-TW"/>
              <a:t>40</a:t>
            </a:r>
            <a:r>
              <a:rPr lang="zh-TW" altLang="en-US"/>
              <a:t>號 粗體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 bwMode="ltGray">
          <a:xfrm>
            <a:off x="609600" y="980728"/>
            <a:ext cx="11103024" cy="5300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第一層 </a:t>
            </a:r>
            <a:r>
              <a:rPr lang="en-US" altLang="zh-TW"/>
              <a:t>28</a:t>
            </a:r>
            <a:r>
              <a:rPr lang="zh-TW" altLang="en-US"/>
              <a:t>號 粗體</a:t>
            </a:r>
          </a:p>
          <a:p>
            <a:pPr lvl="1"/>
            <a:r>
              <a:rPr lang="zh-TW" altLang="en-US"/>
              <a:t>第二層 </a:t>
            </a:r>
            <a:r>
              <a:rPr lang="en-US" altLang="zh-TW"/>
              <a:t>24</a:t>
            </a:r>
            <a:r>
              <a:rPr lang="zh-TW" altLang="en-US"/>
              <a:t>號 粗體</a:t>
            </a:r>
          </a:p>
          <a:p>
            <a:pPr lvl="2"/>
            <a:r>
              <a:rPr lang="zh-TW" altLang="en-US"/>
              <a:t>第三層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3"/>
            <a:r>
              <a:rPr lang="zh-TW" altLang="en-US"/>
              <a:t>第四層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4"/>
            <a:r>
              <a:rPr lang="zh-TW" altLang="en-US"/>
              <a:t>第五層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</p:txBody>
      </p:sp>
    </p:spTree>
    <p:extLst>
      <p:ext uri="{BB962C8B-B14F-4D97-AF65-F5344CB8AC3E}">
        <p14:creationId xmlns:p14="http://schemas.microsoft.com/office/powerpoint/2010/main" val="132223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marL="0" indent="0" algn="ctr" defTabSz="914400" rtl="0" eaLnBrk="1" latinLnBrk="1" hangingPunct="1">
        <a:spcBef>
          <a:spcPct val="20000"/>
        </a:spcBef>
        <a:buFont typeface="Arial" pitchFamily="34" charset="0"/>
        <a:buNone/>
        <a:defRPr lang="zh-TW" altLang="en-US" sz="4000" b="1" kern="1200" spc="369" baseline="0" dirty="0">
          <a:solidFill>
            <a:srgbClr val="FF0000"/>
          </a:solidFill>
          <a:latin typeface="+mj-lt"/>
          <a:ea typeface="+mn-ea"/>
          <a:cs typeface="Arial" pitchFamily="34" charset="0"/>
        </a:defRPr>
      </a:lvl1pPr>
    </p:titleStyle>
    <p:bodyStyle>
      <a:lvl1pPr marL="422041" indent="-422041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1"/>
        </a:buClr>
        <a:buFont typeface="Arial" pitchFamily="34" charset="0"/>
        <a:buChar char="•"/>
        <a:defRPr sz="28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1pPr>
      <a:lvl2pPr marL="879253" indent="-433765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2"/>
        </a:buClr>
        <a:buFont typeface="Arial" pitchFamily="34" charset="0"/>
        <a:buChar char="–"/>
        <a:defRPr sz="24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2pPr>
      <a:lvl3pPr marL="1219230" indent="-339978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3"/>
        </a:buClr>
        <a:buFont typeface="Arial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3pPr>
      <a:lvl4pPr marL="1547485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4"/>
        </a:buClr>
        <a:buFont typeface="Arial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4pPr>
      <a:lvl5pPr marL="1875739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5"/>
        </a:buClr>
        <a:buFont typeface="Arial" pitchFamily="34" charset="0"/>
        <a:buChar char="»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5pPr>
      <a:lvl6pPr marL="3094970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28D6BC7-90B7-48DA-BBBC-D1E24831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cs typeface="Arial"/>
              </a:rPr>
              <a:t>S</a:t>
            </a:r>
            <a:r>
              <a:rPr lang="en-US" altLang="en-US" dirty="0">
                <a:cs typeface="Arial"/>
              </a:rPr>
              <a:t>ession </a:t>
            </a:r>
            <a:r>
              <a:rPr lang="en-US" altLang="zh-TW" dirty="0">
                <a:cs typeface="Arial"/>
              </a:rPr>
              <a:t>- 2</a:t>
            </a:r>
            <a:endParaRPr lang="en-US" altLang="en-US" dirty="0"/>
          </a:p>
        </p:txBody>
      </p:sp>
      <p:sp>
        <p:nvSpPr>
          <p:cNvPr id="7" name="Rectangle 131">
            <a:extLst>
              <a:ext uri="{FF2B5EF4-FFF2-40B4-BE49-F238E27FC236}">
                <a16:creationId xmlns:a16="http://schemas.microsoft.com/office/drawing/2014/main" id="{592B8426-F2A6-4FF0-975A-D6D584A66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9580" y="5203874"/>
            <a:ext cx="2125663" cy="82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</a:pPr>
            <a:r>
              <a:rPr kumimoji="0" lang="en-US" altLang="zh-TW" sz="2000"/>
              <a:t>Estimated time: </a:t>
            </a:r>
          </a:p>
          <a:p>
            <a:pPr algn="ctr" eaLnBrk="0" hangingPunct="0">
              <a:lnSpc>
                <a:spcPct val="125000"/>
              </a:lnSpc>
            </a:pPr>
            <a:r>
              <a:rPr lang="en-US" altLang="zh-TW" sz="2000">
                <a:solidFill>
                  <a:srgbClr val="FF0000"/>
                </a:solidFill>
              </a:rPr>
              <a:t>45 </a:t>
            </a:r>
            <a:r>
              <a:rPr kumimoji="0" lang="en-US" altLang="zh-TW" sz="2000"/>
              <a:t>min.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097F64C2-8D41-490E-90C6-C32EAD5C5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5172128"/>
            <a:ext cx="1687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265" tIns="43632" rIns="87265" bIns="43632" anchor="t">
            <a:spAutoFit/>
          </a:bodyPr>
          <a:lstStyle/>
          <a:p>
            <a:pPr marL="279400" indent="-279400" algn="ctr" defTabSz="873125" eaLnBrk="0" hangingPunct="0">
              <a:spcBef>
                <a:spcPct val="15000"/>
              </a:spcBef>
              <a:buSzPct val="65000"/>
            </a:pPr>
            <a:r>
              <a:rPr lang="en-US" altLang="zh-TW" sz="2400" i="1" dirty="0">
                <a:solidFill>
                  <a:srgbClr val="0000FF"/>
                </a:solidFill>
                <a:latin typeface="Georgia"/>
                <a:ea typeface="標楷體"/>
              </a:rPr>
              <a:t>Module 13</a:t>
            </a:r>
            <a:endParaRPr lang="zh-TW" altLang="zh-TW" sz="2400" i="1" dirty="0">
              <a:solidFill>
                <a:srgbClr val="0000FF"/>
              </a:solidFill>
              <a:latin typeface="Georgia" pitchFamily="18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126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9CAD4-87C2-3A26-9D21-80BD022C5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445C3-95B3-0FFB-4295-00A3A136A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cs typeface="Arial"/>
              </a:rPr>
              <a:t>Client side session</a:t>
            </a:r>
            <a:endParaRPr lang="en-US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F07D9DE-75C9-25FC-D339-D97D308CA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en-US" altLang="zh-TW" sz="3200" b="0" dirty="0">
                <a:latin typeface="Arial"/>
                <a:ea typeface="微軟正黑體"/>
                <a:cs typeface="Arial"/>
              </a:rPr>
              <a:t>Flask </a:t>
            </a:r>
            <a:r>
              <a:rPr lang="en-US" altLang="zh-TW" sz="3200" b="0" dirty="0" err="1">
                <a:latin typeface="Arial"/>
                <a:ea typeface="微軟正黑體"/>
                <a:cs typeface="Arial"/>
              </a:rPr>
              <a:t>會將加密後的session</a:t>
            </a:r>
            <a:r>
              <a:rPr lang="en-US" altLang="zh-TW" sz="320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3200" b="0" dirty="0" err="1">
                <a:latin typeface="Arial"/>
                <a:ea typeface="微軟正黑體"/>
                <a:cs typeface="Arial"/>
              </a:rPr>
              <a:t>資料存在cookies中</a:t>
            </a:r>
            <a:endParaRPr lang="zh-TW" altLang="en-US" sz="3200" b="0" dirty="0">
              <a:latin typeface="Arial"/>
              <a:ea typeface="微軟正黑體"/>
              <a:cs typeface="Arial"/>
            </a:endParaRPr>
          </a:p>
          <a:p>
            <a:pPr marL="878840" lvl="1" indent="-433705"/>
            <a:r>
              <a:rPr lang="en-US" altLang="zh-TW" sz="2800" b="0" dirty="0">
                <a:latin typeface="Arial"/>
                <a:ea typeface="微軟正黑體"/>
                <a:cs typeface="Arial"/>
              </a:rPr>
              <a:t>Session type: </a:t>
            </a:r>
            <a:r>
              <a:rPr lang="en-US" altLang="zh-TW" sz="2800" dirty="0" err="1">
                <a:latin typeface="Arial"/>
                <a:ea typeface="微軟正黑體"/>
                <a:cs typeface="Arial"/>
              </a:rPr>
              <a:t>SecureCookieSession</a:t>
            </a:r>
            <a:endParaRPr lang="en-US" altLang="zh-TW" sz="2800">
              <a:latin typeface="Arial"/>
              <a:ea typeface="微軟正黑體"/>
              <a:cs typeface="Arial"/>
            </a:endParaRPr>
          </a:p>
          <a:p>
            <a:pPr marL="421640" indent="-421640">
              <a:buClr>
                <a:srgbClr val="E1CB1A"/>
              </a:buClr>
            </a:pPr>
            <a:r>
              <a:rPr lang="en-US" altLang="zh-TW" sz="3200" b="0" err="1">
                <a:latin typeface="Arial"/>
                <a:ea typeface="微軟正黑體"/>
                <a:cs typeface="Arial"/>
              </a:rPr>
              <a:t>透過瀏覽器觀察Cookies</a:t>
            </a:r>
            <a:endParaRPr lang="en-US" altLang="zh-TW" sz="3200" b="0">
              <a:latin typeface="Arial"/>
              <a:ea typeface="微軟正黑體"/>
              <a:cs typeface="Arial"/>
            </a:endParaRPr>
          </a:p>
          <a:p>
            <a:pPr marL="878840" lvl="1" indent="-433705"/>
            <a:r>
              <a:rPr lang="en-US" altLang="zh-TW" sz="2800" b="0" dirty="0">
                <a:latin typeface="Arial"/>
                <a:ea typeface="微軟正黑體"/>
                <a:cs typeface="Arial"/>
              </a:rPr>
              <a:t>Chrome </a:t>
            </a:r>
            <a:r>
              <a:rPr lang="en-US" altLang="zh-TW" sz="2800" b="0" err="1">
                <a:latin typeface="Arial"/>
                <a:ea typeface="微軟正黑體"/>
                <a:cs typeface="Arial"/>
              </a:rPr>
              <a:t>Devtools</a:t>
            </a:r>
            <a:r>
              <a:rPr lang="en-US" altLang="zh-TW" sz="2800" b="0" dirty="0">
                <a:latin typeface="Arial"/>
                <a:ea typeface="微軟正黑體"/>
                <a:cs typeface="Arial"/>
              </a:rPr>
              <a:t> -&gt; Application -&gt; Storage -&gt; Cookies</a:t>
            </a:r>
            <a:endParaRPr lang="en-US" altLang="zh-TW" sz="2800" b="0"/>
          </a:p>
          <a:p>
            <a:pPr marL="878840" lvl="1" indent="-421640"/>
            <a:endParaRPr lang="zh-TW" altLang="en-US" sz="2900" b="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1D2A33D-36E7-5E8C-74CF-E769C82A715A}"/>
              </a:ext>
            </a:extLst>
          </p:cNvPr>
          <p:cNvSpPr txBox="1"/>
          <p:nvPr/>
        </p:nvSpPr>
        <p:spPr>
          <a:xfrm>
            <a:off x="4019266" y="4907259"/>
            <a:ext cx="41531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 sz="2400" dirty="0">
              <a:cs typeface="Arial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D3AFB6B7-50C2-2B1F-8E8F-E06F26E36693}"/>
              </a:ext>
            </a:extLst>
          </p:cNvPr>
          <p:cNvGrpSpPr/>
          <p:nvPr/>
        </p:nvGrpSpPr>
        <p:grpSpPr>
          <a:xfrm>
            <a:off x="1623391" y="3200777"/>
            <a:ext cx="8867914" cy="3184185"/>
            <a:chOff x="585304" y="3178691"/>
            <a:chExt cx="10944087" cy="3924097"/>
          </a:xfrm>
        </p:grpSpPr>
        <p:pic>
          <p:nvPicPr>
            <p:cNvPr id="6" name="圖片 5" descr="一張含有 文字, 螢幕擷取畫面, 軟體, 數字 的圖片&#10;&#10;AI 產生的內容可能不正確。">
              <a:extLst>
                <a:ext uri="{FF2B5EF4-FFF2-40B4-BE49-F238E27FC236}">
                  <a16:creationId xmlns:a16="http://schemas.microsoft.com/office/drawing/2014/main" id="{6996D7B9-4381-F076-FEC3-0A10E3CFE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304" y="3178691"/>
              <a:ext cx="10944087" cy="3924097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BD7A546-07F3-226D-8FA2-0A3985225766}"/>
                </a:ext>
              </a:extLst>
            </p:cNvPr>
            <p:cNvSpPr/>
            <p:nvPr/>
          </p:nvSpPr>
          <p:spPr>
            <a:xfrm>
              <a:off x="3363843" y="4650407"/>
              <a:ext cx="4989442" cy="373269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9222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107FC-5E5D-64DE-8510-5EB0DE79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2F2C5-2560-C6C7-4F76-D22C9A455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cs typeface="Arial"/>
              </a:rPr>
              <a:t>Server side session</a:t>
            </a:r>
            <a:endParaRPr lang="en-US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26A8ABB-CA0E-02A8-E5EA-309B6ED8AB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en-US" altLang="zh-TW" sz="3200" b="0" dirty="0" err="1">
                <a:latin typeface="Arial"/>
                <a:ea typeface="微軟正黑體"/>
                <a:cs typeface="Arial"/>
              </a:rPr>
              <a:t>安裝</a:t>
            </a:r>
            <a:r>
              <a:rPr lang="en-US" sz="3200" dirty="0" err="1">
                <a:latin typeface="Arial"/>
                <a:ea typeface="微軟正黑體"/>
                <a:cs typeface="Arial"/>
              </a:rPr>
              <a:t>Flask</a:t>
            </a:r>
            <a:r>
              <a:rPr lang="en-US" sz="3200" dirty="0">
                <a:latin typeface="Arial"/>
                <a:ea typeface="微軟正黑體"/>
                <a:cs typeface="Arial"/>
              </a:rPr>
              <a:t>-Session</a:t>
            </a:r>
            <a:endParaRPr lang="en-US" sz="3200" b="0" dirty="0">
              <a:latin typeface="Arial"/>
              <a:ea typeface="微軟正黑體"/>
              <a:cs typeface="Arial"/>
            </a:endParaRPr>
          </a:p>
          <a:p>
            <a:pPr marL="878840" lvl="1" indent="-433705">
              <a:buClr>
                <a:srgbClr val="42BBC6"/>
              </a:buClr>
            </a:pPr>
            <a:r>
              <a:rPr lang="en-US" sz="2800" dirty="0">
                <a:latin typeface="Arial"/>
                <a:ea typeface="微軟正黑體"/>
                <a:cs typeface="Arial"/>
              </a:rPr>
              <a:t>pip install Flask-Session</a:t>
            </a:r>
            <a:endParaRPr lang="en-US" altLang="zh-TW" sz="2750" b="0" dirty="0">
              <a:latin typeface="Arial"/>
              <a:ea typeface="微軟正黑體"/>
              <a:cs typeface="Arial"/>
            </a:endParaRPr>
          </a:p>
          <a:p>
            <a:pPr marL="421640" indent="-421640"/>
            <a:r>
              <a:rPr lang="en-US" altLang="zh-TW" sz="3200" b="0" dirty="0" err="1">
                <a:latin typeface="Arial"/>
                <a:ea typeface="微軟正黑體"/>
                <a:cs typeface="Arial"/>
              </a:rPr>
              <a:t>透過</a:t>
            </a:r>
            <a:r>
              <a:rPr lang="en-US" altLang="zh-TW" sz="3200" dirty="0" err="1">
                <a:latin typeface="Arial"/>
                <a:ea typeface="微軟正黑體"/>
                <a:cs typeface="Arial"/>
              </a:rPr>
              <a:t>Session</a:t>
            </a:r>
            <a:r>
              <a:rPr lang="en-US" altLang="zh-TW" sz="3200" dirty="0">
                <a:latin typeface="Arial"/>
                <a:ea typeface="微軟正黑體"/>
                <a:cs typeface="Arial"/>
              </a:rPr>
              <a:t>(app)</a:t>
            </a:r>
            <a:r>
              <a:rPr lang="en-US" altLang="zh-TW" sz="3200" b="0" dirty="0">
                <a:latin typeface="Arial"/>
                <a:ea typeface="微軟正黑體"/>
                <a:cs typeface="Arial"/>
              </a:rPr>
              <a:t> </a:t>
            </a:r>
            <a:r>
              <a:rPr lang="en-US" altLang="zh-TW" sz="3200" b="0" dirty="0" err="1">
                <a:latin typeface="Arial"/>
                <a:ea typeface="微軟正黑體"/>
                <a:cs typeface="Arial"/>
              </a:rPr>
              <a:t>對Flask</a:t>
            </a:r>
            <a:r>
              <a:rPr lang="en-US" altLang="zh-TW" sz="3200" b="0" dirty="0">
                <a:latin typeface="Arial"/>
                <a:ea typeface="微軟正黑體"/>
                <a:cs typeface="Arial"/>
              </a:rPr>
              <a:t> app </a:t>
            </a:r>
            <a:r>
              <a:rPr lang="en-US" altLang="zh-TW" sz="3200" b="0" dirty="0" err="1">
                <a:latin typeface="Arial"/>
                <a:ea typeface="微軟正黑體"/>
                <a:cs typeface="Arial"/>
              </a:rPr>
              <a:t>設定server端session</a:t>
            </a:r>
            <a:endParaRPr lang="zh-TW" altLang="en-US" sz="3200" b="0">
              <a:latin typeface="Arial"/>
              <a:ea typeface="微軟正黑體"/>
              <a:cs typeface="Arial"/>
            </a:endParaRPr>
          </a:p>
          <a:p>
            <a:pPr marL="878840" lvl="1" indent="-433705"/>
            <a:endParaRPr lang="en-US" altLang="zh-TW" sz="2750" dirty="0">
              <a:latin typeface="Arial"/>
              <a:ea typeface="微軟正黑體"/>
              <a:cs typeface="Arial"/>
            </a:endParaRPr>
          </a:p>
          <a:p>
            <a:pPr marL="878840" lvl="1" indent="-433705"/>
            <a:endParaRPr lang="en-US" altLang="zh-TW" sz="2800" b="0" dirty="0">
              <a:latin typeface="Arial"/>
              <a:ea typeface="微軟正黑體"/>
              <a:cs typeface="Arial"/>
            </a:endParaRPr>
          </a:p>
          <a:p>
            <a:pPr marL="421640" indent="-421640">
              <a:buClr>
                <a:srgbClr val="E1CB1A"/>
              </a:buClr>
            </a:pPr>
            <a:endParaRPr lang="zh-TW" altLang="en-US" sz="2900" b="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73F6CE3-50CA-0FD7-1EC4-F7E1A0D78359}"/>
              </a:ext>
            </a:extLst>
          </p:cNvPr>
          <p:cNvSpPr txBox="1"/>
          <p:nvPr/>
        </p:nvSpPr>
        <p:spPr>
          <a:xfrm>
            <a:off x="4019266" y="4907259"/>
            <a:ext cx="41531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 sz="2400" dirty="0">
              <a:cs typeface="Arial"/>
            </a:endParaRPr>
          </a:p>
        </p:txBody>
      </p:sp>
      <p:pic>
        <p:nvPicPr>
          <p:cNvPr id="4" name="圖片 3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43E62456-80E8-9B28-0543-A7F23D1DB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86" y="3579100"/>
            <a:ext cx="11482551" cy="178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567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F275C-5B50-A136-5062-2B3C427C1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93A49-22D4-A17B-620A-3930F337D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cs typeface="Arial"/>
              </a:rPr>
              <a:t>Server side session</a:t>
            </a:r>
            <a:endParaRPr lang="en-US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A294FEF-979F-ECC9-2346-F6C1EEF99C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en-US" altLang="zh-TW" sz="3200" b="0" err="1">
                <a:latin typeface="Arial"/>
                <a:ea typeface="微軟正黑體"/>
                <a:cs typeface="Arial"/>
              </a:rPr>
              <a:t>透過</a:t>
            </a:r>
            <a:r>
              <a:rPr lang="en-US" altLang="zh-TW" sz="3200" err="1">
                <a:latin typeface="Arial"/>
                <a:ea typeface="微軟正黑體"/>
                <a:cs typeface="Arial"/>
              </a:rPr>
              <a:t>Flask</a:t>
            </a:r>
            <a:r>
              <a:rPr lang="en-US" altLang="zh-TW" sz="3200" dirty="0">
                <a:latin typeface="Arial"/>
                <a:ea typeface="微軟正黑體"/>
                <a:cs typeface="Arial"/>
              </a:rPr>
              <a:t>-Session</a:t>
            </a:r>
            <a:r>
              <a:rPr lang="en-US" altLang="zh-TW" sz="320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3200" b="0" err="1">
                <a:latin typeface="Arial"/>
                <a:ea typeface="微軟正黑體"/>
                <a:cs typeface="Arial"/>
              </a:rPr>
              <a:t>將資料session</a:t>
            </a:r>
            <a:r>
              <a:rPr lang="en-US" altLang="zh-TW" sz="320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3200" b="0" err="1">
                <a:latin typeface="Arial"/>
                <a:ea typeface="微軟正黑體"/>
                <a:cs typeface="Arial"/>
              </a:rPr>
              <a:t>資料存在server</a:t>
            </a:r>
            <a:endParaRPr lang="zh-TW" altLang="en-US" sz="3200" b="0" err="1">
              <a:latin typeface="Arial"/>
              <a:ea typeface="微軟正黑體"/>
              <a:cs typeface="Arial"/>
            </a:endParaRPr>
          </a:p>
          <a:p>
            <a:pPr marL="878840" lvl="1" indent="-433705"/>
            <a:r>
              <a:rPr lang="en-US" altLang="zh-TW" sz="2750" b="0" dirty="0">
                <a:latin typeface="Arial"/>
                <a:ea typeface="微軟正黑體"/>
                <a:cs typeface="Arial"/>
              </a:rPr>
              <a:t>Flask-Session會將</a:t>
            </a:r>
            <a:r>
              <a:rPr lang="en-US" altLang="zh-TW" sz="2750" dirty="0">
                <a:latin typeface="Arial"/>
                <a:ea typeface="微軟正黑體"/>
                <a:cs typeface="Arial"/>
              </a:rPr>
              <a:t>session </a:t>
            </a:r>
            <a:r>
              <a:rPr lang="en-US" altLang="zh-TW" sz="2750" dirty="0" err="1">
                <a:latin typeface="Arial"/>
                <a:ea typeface="微軟正黑體"/>
                <a:cs typeface="Arial"/>
              </a:rPr>
              <a:t>id</a:t>
            </a:r>
            <a:r>
              <a:rPr lang="en-US" altLang="zh-TW" sz="2750" b="0" dirty="0" err="1">
                <a:latin typeface="Arial"/>
                <a:ea typeface="微軟正黑體"/>
                <a:cs typeface="Arial"/>
              </a:rPr>
              <a:t>存在cookies中</a:t>
            </a:r>
            <a:endParaRPr lang="zh-TW" altLang="en-US" sz="2750" b="0" dirty="0" err="1">
              <a:latin typeface="Arial"/>
              <a:ea typeface="微軟正黑體"/>
              <a:cs typeface="Arial"/>
            </a:endParaRPr>
          </a:p>
          <a:p>
            <a:pPr marL="878840" lvl="1" indent="-433705"/>
            <a:r>
              <a:rPr lang="en-US" altLang="zh-TW" sz="2750" b="0" dirty="0" err="1">
                <a:latin typeface="Arial"/>
                <a:ea typeface="微軟正黑體"/>
                <a:cs typeface="Arial"/>
              </a:rPr>
              <a:t>並把session資料以檔案的形式存在server上</a:t>
            </a:r>
            <a:r>
              <a:rPr lang="en-US" altLang="zh-TW" sz="2750" b="0" dirty="0">
                <a:latin typeface="Arial"/>
                <a:ea typeface="微軟正黑體"/>
                <a:cs typeface="Arial"/>
              </a:rPr>
              <a:t>, </a:t>
            </a:r>
            <a:r>
              <a:rPr lang="en-US" altLang="zh-TW" sz="2750" b="0" dirty="0" err="1">
                <a:latin typeface="Arial"/>
                <a:ea typeface="微軟正黑體"/>
                <a:cs typeface="Arial"/>
              </a:rPr>
              <a:t>其檔名為加密後的session</a:t>
            </a:r>
            <a:r>
              <a:rPr lang="en-US" altLang="zh-TW" sz="2750" b="0" dirty="0">
                <a:latin typeface="Arial"/>
                <a:ea typeface="微軟正黑體"/>
                <a:cs typeface="Arial"/>
              </a:rPr>
              <a:t> id</a:t>
            </a:r>
            <a:endParaRPr lang="zh-TW" altLang="en-US" sz="2750" b="0" dirty="0">
              <a:latin typeface="Arial"/>
              <a:ea typeface="微軟正黑體"/>
              <a:cs typeface="Arial"/>
            </a:endParaRPr>
          </a:p>
          <a:p>
            <a:pPr marL="878840" lvl="1" indent="-433705"/>
            <a:r>
              <a:rPr lang="zh-TW" altLang="en-US" sz="2800" b="0">
                <a:latin typeface="Arial"/>
                <a:ea typeface="微軟正黑體"/>
                <a:cs typeface="Arial"/>
              </a:rPr>
              <a:t>透過設置</a:t>
            </a:r>
            <a:r>
              <a:rPr lang="en-US" sz="2800" dirty="0" err="1">
                <a:latin typeface="Arial"/>
                <a:ea typeface="微軟正黑體"/>
                <a:cs typeface="Arial"/>
              </a:rPr>
              <a:t>app.config</a:t>
            </a:r>
            <a:r>
              <a:rPr lang="en-US" sz="2800" dirty="0">
                <a:latin typeface="Arial"/>
                <a:ea typeface="微軟正黑體"/>
                <a:cs typeface="Arial"/>
              </a:rPr>
              <a:t>[SESSION_TYPE]=</a:t>
            </a:r>
            <a:r>
              <a:rPr lang="en-US" sz="2800" dirty="0" err="1">
                <a:latin typeface="Arial"/>
                <a:ea typeface="微軟正黑體"/>
                <a:cs typeface="Arial"/>
              </a:rPr>
              <a:t>FileSystemSession</a:t>
            </a:r>
            <a:r>
              <a:rPr lang="en-US" sz="2800" b="0" dirty="0">
                <a:latin typeface="Arial"/>
                <a:ea typeface="微軟正黑體"/>
                <a:cs typeface="Arial"/>
              </a:rPr>
              <a:t> </a:t>
            </a:r>
            <a:r>
              <a:rPr lang="zh-TW" altLang="en-US" sz="2800" b="0">
                <a:latin typeface="Arial"/>
                <a:ea typeface="微軟正黑體"/>
                <a:cs typeface="Arial"/>
              </a:rPr>
              <a:t>將session以檔案的形式存取 </a:t>
            </a:r>
            <a:endParaRPr lang="en-US" sz="2800" b="0">
              <a:latin typeface="Arial"/>
              <a:ea typeface="微軟正黑體"/>
              <a:cs typeface="Arial"/>
            </a:endParaRPr>
          </a:p>
          <a:p>
            <a:pPr marL="1219200" lvl="2" indent="-339725">
              <a:buFont typeface="Wingdings" pitchFamily="34" charset="0"/>
              <a:buChar char="§"/>
            </a:pPr>
            <a:r>
              <a:rPr lang="en-US" sz="2300" b="1" dirty="0">
                <a:latin typeface="Arial"/>
                <a:ea typeface="微軟正黑體"/>
                <a:cs typeface="Arial"/>
              </a:rPr>
              <a:t>Client session type: </a:t>
            </a:r>
            <a:r>
              <a:rPr lang="en-US" sz="2300" b="1" dirty="0" err="1">
                <a:latin typeface="Arial"/>
                <a:ea typeface="微軟正黑體"/>
                <a:cs typeface="Arial"/>
              </a:rPr>
              <a:t>SecureCookieSession</a:t>
            </a:r>
            <a:endParaRPr lang="en-US" sz="2300" b="1">
              <a:latin typeface="Arial"/>
              <a:ea typeface="微軟正黑體"/>
              <a:cs typeface="Arial"/>
            </a:endParaRPr>
          </a:p>
          <a:p>
            <a:pPr marL="878840" lvl="1" indent="-433705"/>
            <a:r>
              <a:rPr lang="zh-TW" altLang="en-US" sz="2800" b="0">
                <a:latin typeface="Arial"/>
                <a:ea typeface="微軟正黑體"/>
                <a:cs typeface="Arial"/>
              </a:rPr>
              <a:t>透過設置</a:t>
            </a:r>
            <a:r>
              <a:rPr lang="en-US" sz="2800" dirty="0" err="1">
                <a:latin typeface="Arial"/>
                <a:ea typeface="微軟正黑體"/>
                <a:cs typeface="Arial"/>
              </a:rPr>
              <a:t>app.config</a:t>
            </a:r>
            <a:r>
              <a:rPr lang="en-US" sz="2800" dirty="0">
                <a:latin typeface="Arial"/>
                <a:ea typeface="微軟正黑體"/>
                <a:cs typeface="Arial"/>
              </a:rPr>
              <a:t>[SESSION_FILE_DIR]</a:t>
            </a:r>
            <a:r>
              <a:rPr lang="zh-TW" altLang="en-US" sz="2800" b="0">
                <a:latin typeface="Arial"/>
                <a:ea typeface="微軟正黑體"/>
                <a:cs typeface="Arial"/>
              </a:rPr>
              <a:t>決定</a:t>
            </a:r>
            <a:r>
              <a:rPr lang="en-US" sz="2800" b="0" dirty="0">
                <a:latin typeface="Arial"/>
                <a:ea typeface="微軟正黑體"/>
                <a:cs typeface="Arial"/>
              </a:rPr>
              <a:t>session</a:t>
            </a:r>
            <a:r>
              <a:rPr lang="zh-TW" altLang="en-US" sz="2800" b="0">
                <a:latin typeface="Arial"/>
                <a:ea typeface="微軟正黑體"/>
                <a:cs typeface="Arial"/>
              </a:rPr>
              <a:t>檔案存放位置</a:t>
            </a:r>
            <a:endParaRPr lang="en-US" sz="2800" dirty="0">
              <a:latin typeface="Arial"/>
              <a:ea typeface="微軟正黑體"/>
              <a:cs typeface="Arial"/>
            </a:endParaRPr>
          </a:p>
          <a:p>
            <a:pPr marL="878840" lvl="1" indent="-433705">
              <a:buClr>
                <a:srgbClr val="42BBC6"/>
              </a:buClr>
            </a:pPr>
            <a:endParaRPr lang="en-US" altLang="zh-TW" sz="2800" b="0" dirty="0"/>
          </a:p>
          <a:p>
            <a:pPr marL="421640" indent="-421640">
              <a:buClr>
                <a:srgbClr val="E1CB1A"/>
              </a:buClr>
            </a:pPr>
            <a:endParaRPr lang="zh-TW" altLang="en-US" sz="2900" b="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71A4801-357A-E04F-680B-558F204D2CA0}"/>
              </a:ext>
            </a:extLst>
          </p:cNvPr>
          <p:cNvSpPr txBox="1"/>
          <p:nvPr/>
        </p:nvSpPr>
        <p:spPr>
          <a:xfrm>
            <a:off x="4019266" y="4907259"/>
            <a:ext cx="41531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 sz="24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21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14647-D7F9-CE90-6BCB-7F184D094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3AFF3-7535-C5DA-FBCE-C36918B42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cs typeface="Arial"/>
              </a:rPr>
              <a:t>Session for login</a:t>
            </a:r>
            <a:endParaRPr lang="en-US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EF8D4AF-31F4-5981-7A3F-3E320007BA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en-US" altLang="zh-TW" sz="3200" b="0" dirty="0" err="1">
                <a:latin typeface="Arial"/>
                <a:ea typeface="微軟正黑體"/>
                <a:cs typeface="Arial"/>
              </a:rPr>
              <a:t>透過Session</a:t>
            </a:r>
            <a:r>
              <a:rPr lang="en-US" altLang="zh-TW" sz="320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3200" b="0" dirty="0" err="1">
                <a:latin typeface="Arial"/>
                <a:ea typeface="微軟正黑體"/>
                <a:cs typeface="Arial"/>
              </a:rPr>
              <a:t>來製作會員登入功能</a:t>
            </a:r>
          </a:p>
          <a:p>
            <a:pPr marL="421640" indent="-421640">
              <a:buClr>
                <a:srgbClr val="E1CB1A"/>
              </a:buClr>
            </a:pPr>
            <a:r>
              <a:rPr lang="en-US" altLang="zh-TW" sz="3200" b="0" err="1">
                <a:latin typeface="Arial"/>
                <a:ea typeface="微軟正黑體"/>
                <a:cs typeface="Arial"/>
              </a:rPr>
              <a:t>每個會員的權限不一致</a:t>
            </a:r>
            <a:endParaRPr lang="en-US" altLang="zh-TW" sz="3200" b="0" dirty="0" err="1">
              <a:latin typeface="Arial"/>
              <a:ea typeface="微軟正黑體"/>
              <a:cs typeface="Arial"/>
            </a:endParaRPr>
          </a:p>
          <a:p>
            <a:pPr marL="878840" lvl="1" indent="-433705"/>
            <a:r>
              <a:rPr lang="en-US" altLang="zh-TW" sz="2750" b="0" dirty="0" err="1">
                <a:latin typeface="Arial"/>
                <a:ea typeface="微軟正黑體"/>
                <a:cs typeface="Arial"/>
              </a:rPr>
              <a:t>不同的權限可以執行不同的操作</a:t>
            </a:r>
          </a:p>
          <a:p>
            <a:pPr marL="878840" lvl="1" indent="-433705"/>
            <a:endParaRPr lang="zh-TW" altLang="en-US" sz="2900" b="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CA58765-E378-07FA-B82F-8FAC492429A7}"/>
              </a:ext>
            </a:extLst>
          </p:cNvPr>
          <p:cNvSpPr txBox="1"/>
          <p:nvPr/>
        </p:nvSpPr>
        <p:spPr>
          <a:xfrm>
            <a:off x="4019266" y="4907259"/>
            <a:ext cx="41531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 sz="2400" dirty="0">
              <a:cs typeface="Arial"/>
            </a:endParaRPr>
          </a:p>
        </p:txBody>
      </p:sp>
      <p:pic>
        <p:nvPicPr>
          <p:cNvPr id="4" name="圖片 3" descr="一張含有 文字, 螢幕擷取畫面, 字型, 行 的圖片&#10;&#10;AI 產生的內容可能不正確。">
            <a:extLst>
              <a:ext uri="{FF2B5EF4-FFF2-40B4-BE49-F238E27FC236}">
                <a16:creationId xmlns:a16="http://schemas.microsoft.com/office/drawing/2014/main" id="{E0DF0825-860C-FFAF-BEE5-6969C6D50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487" y="3169525"/>
            <a:ext cx="6376167" cy="293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240217"/>
      </p:ext>
    </p:extLst>
  </p:cSld>
  <p:clrMapOvr>
    <a:masterClrMapping/>
  </p:clrMapOvr>
</p:sld>
</file>

<file path=ppt/theme/theme1.xml><?xml version="1.0" encoding="utf-8"?>
<a:theme xmlns:a="http://schemas.openxmlformats.org/drawingml/2006/main" name="2019簡報範本_light">
  <a:themeElements>
    <a:clrScheme name="2019iii">
      <a:dk1>
        <a:srgbClr val="717171"/>
      </a:dk1>
      <a:lt1>
        <a:srgbClr val="393939"/>
      </a:lt1>
      <a:dk2>
        <a:srgbClr val="DDDDDD"/>
      </a:dk2>
      <a:lt2>
        <a:srgbClr val="ABABAB"/>
      </a:lt2>
      <a:accent1>
        <a:srgbClr val="E1CB1A"/>
      </a:accent1>
      <a:accent2>
        <a:srgbClr val="42BBC6"/>
      </a:accent2>
      <a:accent3>
        <a:srgbClr val="F0591B"/>
      </a:accent3>
      <a:accent4>
        <a:srgbClr val="FFC000"/>
      </a:accent4>
      <a:accent5>
        <a:srgbClr val="8DCBDA"/>
      </a:accent5>
      <a:accent6>
        <a:srgbClr val="9ACF17"/>
      </a:accent6>
      <a:hlink>
        <a:srgbClr val="F0591B"/>
      </a:hlink>
      <a:folHlink>
        <a:srgbClr val="2A2A2A"/>
      </a:folHlink>
    </a:clrScheme>
    <a:fontScheme name="自訂 XYZ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2019簡報範本_light</Template>
  <TotalTime>628</TotalTime>
  <Words>1072</Words>
  <Application>Microsoft Office PowerPoint</Application>
  <PresentationFormat>寬螢幕</PresentationFormat>
  <Paragraphs>54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2019簡報範本_light</vt:lpstr>
      <vt:lpstr>Session - 2</vt:lpstr>
      <vt:lpstr>Client side session</vt:lpstr>
      <vt:lpstr>Server side session</vt:lpstr>
      <vt:lpstr>Server side session</vt:lpstr>
      <vt:lpstr>Session for login</vt:lpstr>
    </vt:vector>
  </TitlesOfParts>
  <Company>Institute for Information Industry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教研所『課程產品化』開發與製作學員版教材-公版投影片</dc:title>
  <dc:subject>2019 template</dc:subject>
  <dc:creator>Steven Liu</dc:creator>
  <cp:lastModifiedBy>ywt01</cp:lastModifiedBy>
  <cp:revision>434</cp:revision>
  <cp:lastPrinted>2019-04-29T05:54:36Z</cp:lastPrinted>
  <dcterms:created xsi:type="dcterms:W3CDTF">2019-04-17T09:27:11Z</dcterms:created>
  <dcterms:modified xsi:type="dcterms:W3CDTF">2026-06-13T03:49:24Z</dcterms:modified>
  <cp:category>淺色</cp:category>
</cp:coreProperties>
</file>