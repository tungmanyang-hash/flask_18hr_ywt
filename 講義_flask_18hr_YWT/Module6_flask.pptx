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331" r:id="rId2"/>
    <p:sldId id="399" r:id="rId3"/>
    <p:sldId id="420" r:id="rId4"/>
    <p:sldId id="419" r:id="rId5"/>
    <p:sldId id="421" r:id="rId6"/>
    <p:sldId id="415" r:id="rId7"/>
    <p:sldId id="422" r:id="rId8"/>
    <p:sldId id="416" r:id="rId9"/>
    <p:sldId id="417" r:id="rId10"/>
    <p:sldId id="418" r:id="rId11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 昱維" userId="611d57ab1da5f08a" providerId="Windows Live" clId="Web-{0AB540CF-A08F-4A0C-94E8-0577854ED529}"/>
    <pc:docChg chg="addSld modSld">
      <pc:chgData name="曹 昱維" userId="611d57ab1da5f08a" providerId="Windows Live" clId="Web-{0AB540CF-A08F-4A0C-94E8-0577854ED529}" dt="2021-02-21T19:14:51.469" v="105"/>
      <pc:docMkLst>
        <pc:docMk/>
      </pc:docMkLst>
      <pc:sldChg chg="modSp">
        <pc:chgData name="曹 昱維" userId="611d57ab1da5f08a" providerId="Windows Live" clId="Web-{0AB540CF-A08F-4A0C-94E8-0577854ED529}" dt="2021-02-21T15:12:38.067" v="17" actId="20577"/>
        <pc:sldMkLst>
          <pc:docMk/>
          <pc:sldMk cId="2071263905" sldId="331"/>
        </pc:sldMkLst>
        <pc:spChg chg="mod">
          <ac:chgData name="曹 昱維" userId="611d57ab1da5f08a" providerId="Windows Live" clId="Web-{0AB540CF-A08F-4A0C-94E8-0577854ED529}" dt="2021-02-21T15:12:38.067" v="17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0AB540CF-A08F-4A0C-94E8-0577854ED529}" dt="2021-02-21T15:11:40.3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0AB540CF-A08F-4A0C-94E8-0577854ED529}" dt="2021-02-21T15:37:34.514" v="30" actId="1076"/>
        <pc:sldMkLst>
          <pc:docMk/>
          <pc:sldMk cId="479450028" sldId="399"/>
        </pc:sldMkLst>
        <pc:spChg chg="mod">
          <ac:chgData name="曹 昱維" userId="611d57ab1da5f08a" providerId="Windows Live" clId="Web-{0AB540CF-A08F-4A0C-94E8-0577854ED529}" dt="2021-02-21T15:34:50.976" v="21" actId="20577"/>
          <ac:spMkLst>
            <pc:docMk/>
            <pc:sldMk cId="479450028" sldId="399"/>
            <ac:spMk id="2" creationId="{6476B7A2-C859-4B36-A3C9-1FD50872ADF4}"/>
          </ac:spMkLst>
        </pc:spChg>
        <pc:spChg chg="del">
          <ac:chgData name="曹 昱維" userId="611d57ab1da5f08a" providerId="Windows Live" clId="Web-{0AB540CF-A08F-4A0C-94E8-0577854ED529}" dt="2021-02-21T15:34:55.695" v="22"/>
          <ac:spMkLst>
            <pc:docMk/>
            <pc:sldMk cId="479450028" sldId="399"/>
            <ac:spMk id="4" creationId="{0BE79371-9F01-4287-820D-B77AAA2F0880}"/>
          </ac:spMkLst>
        </pc:spChg>
        <pc:spChg chg="add mod">
          <ac:chgData name="曹 昱維" userId="611d57ab1da5f08a" providerId="Windows Live" clId="Web-{0AB540CF-A08F-4A0C-94E8-0577854ED529}" dt="2021-02-21T15:35:10.602" v="24" actId="14100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5:37:34.514" v="30" actId="1076"/>
          <ac:picMkLst>
            <pc:docMk/>
            <pc:sldMk cId="479450028" sldId="399"/>
            <ac:picMk id="6" creationId="{8E5E00C3-A0D7-4DA0-89E0-562F95E0510A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05:16.253" v="66"/>
        <pc:sldMkLst>
          <pc:docMk/>
          <pc:sldMk cId="1142469904" sldId="415"/>
        </pc:sldMkLst>
        <pc:spChg chg="mod">
          <ac:chgData name="曹 昱維" userId="611d57ab1da5f08a" providerId="Windows Live" clId="Web-{0AB540CF-A08F-4A0C-94E8-0577854ED529}" dt="2021-02-21T16:05:04.472" v="62" actId="20577"/>
          <ac:spMkLst>
            <pc:docMk/>
            <pc:sldMk cId="1142469904" sldId="415"/>
            <ac:spMk id="2" creationId="{6476B7A2-C859-4B36-A3C9-1FD50872ADF4}"/>
          </ac:spMkLst>
        </pc:spChg>
        <pc:spChg chg="add del mod">
          <ac:chgData name="曹 昱維" userId="611d57ab1da5f08a" providerId="Windows Live" clId="Web-{0AB540CF-A08F-4A0C-94E8-0577854ED529}" dt="2021-02-21T15:53:37.427" v="37"/>
          <ac:spMkLst>
            <pc:docMk/>
            <pc:sldMk cId="1142469904" sldId="415"/>
            <ac:spMk id="3" creationId="{DC2A79DC-4F71-4799-86DB-7918A3DDA402}"/>
          </ac:spMkLst>
        </pc:spChg>
        <pc:spChg chg="mod">
          <ac:chgData name="曹 昱維" userId="611d57ab1da5f08a" providerId="Windows Live" clId="Web-{0AB540CF-A08F-4A0C-94E8-0577854ED529}" dt="2021-02-21T15:40:15.486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0AB540CF-A08F-4A0C-94E8-0577854ED529}" dt="2021-02-21T16:05:16.253" v="66"/>
          <ac:picMkLst>
            <pc:docMk/>
            <pc:sldMk cId="1142469904" sldId="415"/>
            <ac:picMk id="4" creationId="{C94005A3-3E21-45DF-AF3D-ECD49479C886}"/>
          </ac:picMkLst>
        </pc:picChg>
        <pc:picChg chg="del">
          <ac:chgData name="曹 昱維" userId="611d57ab1da5f08a" providerId="Windows Live" clId="Web-{0AB540CF-A08F-4A0C-94E8-0577854ED529}" dt="2021-02-21T15:40:17.455" v="34"/>
          <ac:picMkLst>
            <pc:docMk/>
            <pc:sldMk cId="1142469904" sldId="415"/>
            <ac:picMk id="6" creationId="{8E5E00C3-A0D7-4DA0-89E0-562F95E0510A}"/>
          </ac:picMkLst>
        </pc:picChg>
        <pc:picChg chg="add del mod">
          <ac:chgData name="曹 昱維" userId="611d57ab1da5f08a" providerId="Windows Live" clId="Web-{0AB540CF-A08F-4A0C-94E8-0577854ED529}" dt="2021-02-21T16:05:13.753" v="65"/>
          <ac:picMkLst>
            <pc:docMk/>
            <pc:sldMk cId="1142469904" sldId="415"/>
            <ac:picMk id="7" creationId="{419CCD43-D05B-43BB-9176-F531E78312AE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13:20.967" v="84" actId="1076"/>
        <pc:sldMkLst>
          <pc:docMk/>
          <pc:sldMk cId="727191407" sldId="416"/>
        </pc:sldMkLst>
        <pc:spChg chg="mod">
          <ac:chgData name="曹 昱維" userId="611d57ab1da5f08a" providerId="Windows Live" clId="Web-{0AB540CF-A08F-4A0C-94E8-0577854ED529}" dt="2021-02-21T16:05:48.660" v="74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0AB540CF-A08F-4A0C-94E8-0577854ED529}" dt="2021-02-21T16:07:03.646" v="81" actId="20577"/>
          <ac:spMkLst>
            <pc:docMk/>
            <pc:sldMk cId="727191407" sldId="416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6:13:20.967" v="84" actId="1076"/>
          <ac:picMkLst>
            <pc:docMk/>
            <pc:sldMk cId="727191407" sldId="416"/>
            <ac:picMk id="3" creationId="{C7636C22-2A3A-45A2-B4B9-FD74411B23A1}"/>
          </ac:picMkLst>
        </pc:picChg>
        <pc:picChg chg="del">
          <ac:chgData name="曹 昱維" userId="611d57ab1da5f08a" providerId="Windows Live" clId="Web-{0AB540CF-A08F-4A0C-94E8-0577854ED529}" dt="2021-02-21T16:06:16.426" v="75"/>
          <ac:picMkLst>
            <pc:docMk/>
            <pc:sldMk cId="727191407" sldId="416"/>
            <ac:picMk id="4" creationId="{C94005A3-3E21-45DF-AF3D-ECD49479C886}"/>
          </ac:picMkLst>
        </pc:picChg>
      </pc:sldChg>
      <pc:sldChg chg="addSp delSp modSp add replId">
        <pc:chgData name="曹 昱維" userId="611d57ab1da5f08a" providerId="Windows Live" clId="Web-{0AB540CF-A08F-4A0C-94E8-0577854ED529}" dt="2021-02-21T19:14:22.859" v="104" actId="1076"/>
        <pc:sldMkLst>
          <pc:docMk/>
          <pc:sldMk cId="2621866127" sldId="417"/>
        </pc:sldMkLst>
        <pc:spChg chg="mod">
          <ac:chgData name="曹 昱維" userId="611d57ab1da5f08a" providerId="Windows Live" clId="Web-{0AB540CF-A08F-4A0C-94E8-0577854ED529}" dt="2021-02-21T19:13:34.936" v="93" actId="20577"/>
          <ac:spMkLst>
            <pc:docMk/>
            <pc:sldMk cId="2621866127" sldId="417"/>
            <ac:spMk id="2" creationId="{6476B7A2-C859-4B36-A3C9-1FD50872ADF4}"/>
          </ac:spMkLst>
        </pc:spChg>
        <pc:spChg chg="del mod">
          <ac:chgData name="曹 昱維" userId="611d57ab1da5f08a" providerId="Windows Live" clId="Web-{0AB540CF-A08F-4A0C-94E8-0577854ED529}" dt="2021-02-21T19:09:47.540" v="88"/>
          <ac:spMkLst>
            <pc:docMk/>
            <pc:sldMk cId="2621866127" sldId="417"/>
            <ac:spMk id="5" creationId="{C36D046E-31BA-4E65-9370-6ACBCD291D8C}"/>
          </ac:spMkLst>
        </pc:spChg>
        <pc:spChg chg="add del mod">
          <ac:chgData name="曹 昱維" userId="611d57ab1da5f08a" providerId="Windows Live" clId="Web-{0AB540CF-A08F-4A0C-94E8-0577854ED529}" dt="2021-02-21T19:13:05.123" v="90"/>
          <ac:spMkLst>
            <pc:docMk/>
            <pc:sldMk cId="2621866127" sldId="417"/>
            <ac:spMk id="7" creationId="{516DE987-36B5-4D35-A4F0-E1E329218039}"/>
          </ac:spMkLst>
        </pc:spChg>
        <pc:spChg chg="add del mod">
          <ac:chgData name="曹 昱維" userId="611d57ab1da5f08a" providerId="Windows Live" clId="Web-{0AB540CF-A08F-4A0C-94E8-0577854ED529}" dt="2021-02-21T19:13:52.671" v="97"/>
          <ac:spMkLst>
            <pc:docMk/>
            <pc:sldMk cId="2621866127" sldId="417"/>
            <ac:spMk id="9" creationId="{24C0B0C2-6FC9-4F22-B0C9-0707CF4B3C68}"/>
          </ac:spMkLst>
        </pc:spChg>
        <pc:spChg chg="add mod">
          <ac:chgData name="曹 昱維" userId="611d57ab1da5f08a" providerId="Windows Live" clId="Web-{0AB540CF-A08F-4A0C-94E8-0577854ED529}" dt="2021-02-21T19:14:13.375" v="101" actId="20577"/>
          <ac:spMkLst>
            <pc:docMk/>
            <pc:sldMk cId="2621866127" sldId="417"/>
            <ac:spMk id="11" creationId="{0E4E060E-3531-4E1F-8887-E569723F17A7}"/>
          </ac:spMkLst>
        </pc:spChg>
        <pc:picChg chg="del">
          <ac:chgData name="曹 昱維" userId="611d57ab1da5f08a" providerId="Windows Live" clId="Web-{0AB540CF-A08F-4A0C-94E8-0577854ED529}" dt="2021-02-21T19:09:30.758" v="86"/>
          <ac:picMkLst>
            <pc:docMk/>
            <pc:sldMk cId="2621866127" sldId="417"/>
            <ac:picMk id="3" creationId="{C7636C22-2A3A-45A2-B4B9-FD74411B23A1}"/>
          </ac:picMkLst>
        </pc:picChg>
        <pc:picChg chg="add del mod ord">
          <ac:chgData name="曹 昱維" userId="611d57ab1da5f08a" providerId="Windows Live" clId="Web-{0AB540CF-A08F-4A0C-94E8-0577854ED529}" dt="2021-02-21T19:12:11.621" v="89"/>
          <ac:picMkLst>
            <pc:docMk/>
            <pc:sldMk cId="2621866127" sldId="417"/>
            <ac:picMk id="4" creationId="{89A2DF08-30AD-4322-8373-054E1A1F73B2}"/>
          </ac:picMkLst>
        </pc:picChg>
        <pc:picChg chg="add mod ord">
          <ac:chgData name="曹 昱維" userId="611d57ab1da5f08a" providerId="Windows Live" clId="Web-{0AB540CF-A08F-4A0C-94E8-0577854ED529}" dt="2021-02-21T19:14:22.859" v="104" actId="1076"/>
          <ac:picMkLst>
            <pc:docMk/>
            <pc:sldMk cId="2621866127" sldId="417"/>
            <ac:picMk id="8" creationId="{3F393ECF-36CC-46D8-9C40-E381197AA08B}"/>
          </ac:picMkLst>
        </pc:picChg>
      </pc:sldChg>
      <pc:sldChg chg="add">
        <pc:chgData name="曹 昱維" userId="611d57ab1da5f08a" providerId="Windows Live" clId="Web-{0AB540CF-A08F-4A0C-94E8-0577854ED529}" dt="2021-02-21T19:14:51.469" v="105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5D285EED-BBBD-43BD-B07A-F447ED69D038}"/>
    <pc:docChg chg="modSld">
      <pc:chgData name="曹 昱維" userId="611d57ab1da5f08a" providerId="Windows Live" clId="Web-{5D285EED-BBBD-43BD-B07A-F447ED69D038}" dt="2021-07-29T13:46:30.709" v="3" actId="20577"/>
      <pc:docMkLst>
        <pc:docMk/>
      </pc:docMkLst>
      <pc:sldChg chg="modSp">
        <pc:chgData name="曹 昱維" userId="611d57ab1da5f08a" providerId="Windows Live" clId="Web-{5D285EED-BBBD-43BD-B07A-F447ED69D038}" dt="2021-07-29T13:46:00.927" v="1" actId="20577"/>
        <pc:sldMkLst>
          <pc:docMk/>
          <pc:sldMk cId="479450028" sldId="399"/>
        </pc:sldMkLst>
        <pc:spChg chg="mod">
          <ac:chgData name="曹 昱維" userId="611d57ab1da5f08a" providerId="Windows Live" clId="Web-{5D285EED-BBBD-43BD-B07A-F447ED69D038}" dt="2021-07-29T13:46:00.927" v="1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5D285EED-BBBD-43BD-B07A-F447ED69D038}" dt="2021-07-29T13:46:30.709" v="3" actId="20577"/>
        <pc:sldMkLst>
          <pc:docMk/>
          <pc:sldMk cId="3599086957" sldId="418"/>
        </pc:sldMkLst>
        <pc:spChg chg="mod">
          <ac:chgData name="曹 昱維" userId="611d57ab1da5f08a" providerId="Windows Live" clId="Web-{5D285EED-BBBD-43BD-B07A-F447ED69D038}" dt="2021-07-29T13:46:30.709" v="3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  <pc:docChgLst>
    <pc:chgData name="曹 昱維" userId="611d57ab1da5f08a" providerId="Windows Live" clId="Web-{2F8CBB66-64A5-47C2-A2AC-D641C0BA0D9C}"/>
    <pc:docChg chg="modSld">
      <pc:chgData name="曹 昱維" userId="611d57ab1da5f08a" providerId="Windows Live" clId="Web-{2F8CBB66-64A5-47C2-A2AC-D641C0BA0D9C}" dt="2021-05-18T02:21:25.349" v="2" actId="1076"/>
      <pc:docMkLst>
        <pc:docMk/>
      </pc:docMkLst>
      <pc:sldChg chg="modSp">
        <pc:chgData name="曹 昱維" userId="611d57ab1da5f08a" providerId="Windows Live" clId="Web-{2F8CBB66-64A5-47C2-A2AC-D641C0BA0D9C}" dt="2021-05-18T01:30:36.116" v="0" actId="20577"/>
        <pc:sldMkLst>
          <pc:docMk/>
          <pc:sldMk cId="479450028" sldId="399"/>
        </pc:sldMkLst>
        <pc:spChg chg="mod">
          <ac:chgData name="曹 昱維" userId="611d57ab1da5f08a" providerId="Windows Live" clId="Web-{2F8CBB66-64A5-47C2-A2AC-D641C0BA0D9C}" dt="2021-05-18T01:30:36.116" v="0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2F8CBB66-64A5-47C2-A2AC-D641C0BA0D9C}" dt="2021-05-18T02:21:25.349" v="2" actId="1076"/>
        <pc:sldMkLst>
          <pc:docMk/>
          <pc:sldMk cId="1142469904" sldId="415"/>
        </pc:sldMkLst>
        <pc:spChg chg="mod">
          <ac:chgData name="曹 昱維" userId="611d57ab1da5f08a" providerId="Windows Live" clId="Web-{2F8CBB66-64A5-47C2-A2AC-D641C0BA0D9C}" dt="2021-05-18T02:21:25.349" v="2" actId="1076"/>
          <ac:spMkLst>
            <pc:docMk/>
            <pc:sldMk cId="1142469904" sldId="415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3C74F21F-5E4D-4515-9922-B55125E8C4D6}"/>
    <pc:docChg chg="modSld">
      <pc:chgData name="曹 昱維" userId="611d57ab1da5f08a" providerId="Windows Live" clId="Web-{3C74F21F-5E4D-4515-9922-B55125E8C4D6}" dt="2021-02-20T18:02:09.890" v="7" actId="20577"/>
      <pc:docMkLst>
        <pc:docMk/>
      </pc:docMkLst>
      <pc:sldChg chg="modSp">
        <pc:chgData name="曹 昱維" userId="611d57ab1da5f08a" providerId="Windows Live" clId="Web-{3C74F21F-5E4D-4515-9922-B55125E8C4D6}" dt="2021-02-20T18:02:09.890" v="7" actId="20577"/>
        <pc:sldMkLst>
          <pc:docMk/>
          <pc:sldMk cId="2071263905" sldId="331"/>
        </pc:sldMkLst>
        <pc:spChg chg="mod">
          <ac:chgData name="曹 昱維" userId="611d57ab1da5f08a" providerId="Windows Live" clId="Web-{3C74F21F-5E4D-4515-9922-B55125E8C4D6}" dt="2021-02-20T18:02:09.890" v="7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24EAB931-6239-4ECC-8B40-DA5F5749AAC5}"/>
    <pc:docChg chg="sldOrd">
      <pc:chgData name="曹 昱維" userId="611d57ab1da5f08a" providerId="Windows Live" clId="Web-{24EAB931-6239-4ECC-8B40-DA5F5749AAC5}" dt="2023-04-11T17:48:06.911" v="1"/>
      <pc:docMkLst>
        <pc:docMk/>
      </pc:docMkLst>
      <pc:sldChg chg="ord">
        <pc:chgData name="曹 昱維" userId="611d57ab1da5f08a" providerId="Windows Live" clId="Web-{24EAB931-6239-4ECC-8B40-DA5F5749AAC5}" dt="2023-04-11T17:48:06.911" v="1"/>
        <pc:sldMkLst>
          <pc:docMk/>
          <pc:sldMk cId="1142469904" sldId="415"/>
        </pc:sldMkLst>
      </pc:sldChg>
      <pc:sldChg chg="ord">
        <pc:chgData name="曹 昱維" userId="611d57ab1da5f08a" providerId="Windows Live" clId="Web-{24EAB931-6239-4ECC-8B40-DA5F5749AAC5}" dt="2023-04-11T17:47:37.895" v="0"/>
        <pc:sldMkLst>
          <pc:docMk/>
          <pc:sldMk cId="2621866127" sldId="417"/>
        </pc:sldMkLst>
      </pc:sldChg>
    </pc:docChg>
  </pc:docChgLst>
  <pc:docChgLst>
    <pc:chgData name="曹 昱維" userId="611d57ab1da5f08a" providerId="Windows Live" clId="Web-{86BFB7FA-6923-492E-926D-44A98DC597A8}"/>
    <pc:docChg chg="mod delSld modSld modMainMaster">
      <pc:chgData name="曹 昱維" userId="611d57ab1da5f08a" providerId="Windows Live" clId="Web-{86BFB7FA-6923-492E-926D-44A98DC597A8}" dt="2021-02-20T07:37:06.687" v="202"/>
      <pc:docMkLst>
        <pc:docMk/>
      </pc:docMkLst>
      <pc:sldChg chg="modSp">
        <pc:chgData name="曹 昱維" userId="611d57ab1da5f08a" providerId="Windows Live" clId="Web-{86BFB7FA-6923-492E-926D-44A98DC597A8}" dt="2021-02-20T07:23:36.696" v="8" actId="20577"/>
        <pc:sldMkLst>
          <pc:docMk/>
          <pc:sldMk cId="2071263905" sldId="331"/>
        </pc:sldMkLst>
        <pc:spChg chg="mod">
          <ac:chgData name="曹 昱維" userId="611d57ab1da5f08a" providerId="Windows Live" clId="Web-{86BFB7FA-6923-492E-926D-44A98DC597A8}" dt="2021-02-20T07:23:36.696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86BFB7FA-6923-492E-926D-44A98DC597A8}" dt="2021-02-20T07:22:32.163" v="1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del">
        <pc:chgData name="曹 昱維" userId="611d57ab1da5f08a" providerId="Windows Live" clId="Web-{86BFB7FA-6923-492E-926D-44A98DC597A8}" dt="2021-02-20T07:24:19.431" v="10"/>
        <pc:sldMkLst>
          <pc:docMk/>
          <pc:sldMk cId="2017275382" sldId="332"/>
        </pc:sldMkLst>
      </pc:sldChg>
      <pc:sldChg chg="del">
        <pc:chgData name="曹 昱維" userId="611d57ab1da5f08a" providerId="Windows Live" clId="Web-{86BFB7FA-6923-492E-926D-44A98DC597A8}" dt="2021-02-20T07:24:19.431" v="9"/>
        <pc:sldMkLst>
          <pc:docMk/>
          <pc:sldMk cId="1714679135" sldId="333"/>
        </pc:sldMkLst>
      </pc:sldChg>
      <pc:sldChg chg="del">
        <pc:chgData name="曹 昱維" userId="611d57ab1da5f08a" providerId="Windows Live" clId="Web-{86BFB7FA-6923-492E-926D-44A98DC597A8}" dt="2021-02-20T07:37:05.827" v="178"/>
        <pc:sldMkLst>
          <pc:docMk/>
          <pc:sldMk cId="233646478" sldId="345"/>
        </pc:sldMkLst>
      </pc:sldChg>
      <pc:sldChg chg="del">
        <pc:chgData name="曹 昱維" userId="611d57ab1da5f08a" providerId="Windows Live" clId="Web-{86BFB7FA-6923-492E-926D-44A98DC597A8}" dt="2021-02-20T07:37:05.827" v="176"/>
        <pc:sldMkLst>
          <pc:docMk/>
          <pc:sldMk cId="3154468903" sldId="347"/>
        </pc:sldMkLst>
      </pc:sldChg>
      <pc:sldChg chg="del">
        <pc:chgData name="曹 昱維" userId="611d57ab1da5f08a" providerId="Windows Live" clId="Web-{86BFB7FA-6923-492E-926D-44A98DC597A8}" dt="2021-02-20T07:37:05.827" v="175"/>
        <pc:sldMkLst>
          <pc:docMk/>
          <pc:sldMk cId="746326161" sldId="348"/>
        </pc:sldMkLst>
      </pc:sldChg>
      <pc:sldChg chg="del">
        <pc:chgData name="曹 昱維" userId="611d57ab1da5f08a" providerId="Windows Live" clId="Web-{86BFB7FA-6923-492E-926D-44A98DC597A8}" dt="2021-02-20T07:37:06.108" v="193"/>
        <pc:sldMkLst>
          <pc:docMk/>
          <pc:sldMk cId="3910698252" sldId="395"/>
        </pc:sldMkLst>
      </pc:sldChg>
      <pc:sldChg chg="del">
        <pc:chgData name="曹 昱維" userId="611d57ab1da5f08a" providerId="Windows Live" clId="Web-{86BFB7FA-6923-492E-926D-44A98DC597A8}" dt="2021-02-20T07:37:06.030" v="188"/>
        <pc:sldMkLst>
          <pc:docMk/>
          <pc:sldMk cId="666435182" sldId="398"/>
        </pc:sldMkLst>
      </pc:sldChg>
      <pc:sldChg chg="addSp delSp modSp">
        <pc:chgData name="曹 昱維" userId="611d57ab1da5f08a" providerId="Windows Live" clId="Web-{86BFB7FA-6923-492E-926D-44A98DC597A8}" dt="2021-02-20T07:34:03.683" v="146" actId="20577"/>
        <pc:sldMkLst>
          <pc:docMk/>
          <pc:sldMk cId="479450028" sldId="399"/>
        </pc:sldMkLst>
        <pc:spChg chg="mod">
          <ac:chgData name="曹 昱維" userId="611d57ab1da5f08a" providerId="Windows Live" clId="Web-{86BFB7FA-6923-492E-926D-44A98DC597A8}" dt="2021-02-20T07:27:57.545" v="38" actId="20577"/>
          <ac:spMkLst>
            <pc:docMk/>
            <pc:sldMk cId="479450028" sldId="399"/>
            <ac:spMk id="2" creationId="{6476B7A2-C859-4B36-A3C9-1FD50872ADF4}"/>
          </ac:spMkLst>
        </pc:spChg>
        <pc:spChg chg="del mod">
          <ac:chgData name="曹 昱維" userId="611d57ab1da5f08a" providerId="Windows Live" clId="Web-{86BFB7FA-6923-492E-926D-44A98DC597A8}" dt="2021-02-20T07:27:06.216" v="19"/>
          <ac:spMkLst>
            <pc:docMk/>
            <pc:sldMk cId="479450028" sldId="399"/>
            <ac:spMk id="3" creationId="{D84B2535-86DC-4956-B29B-68CCF35CB4A7}"/>
          </ac:spMkLst>
        </pc:spChg>
        <pc:spChg chg="add del mod">
          <ac:chgData name="曹 昱維" userId="611d57ab1da5f08a" providerId="Windows Live" clId="Web-{86BFB7FA-6923-492E-926D-44A98DC597A8}" dt="2021-02-20T07:27:25.404" v="20"/>
          <ac:spMkLst>
            <pc:docMk/>
            <pc:sldMk cId="479450028" sldId="399"/>
            <ac:spMk id="9" creationId="{C001D5E8-C218-4825-A8B4-C8058EEF4A4E}"/>
          </ac:spMkLst>
        </pc:spChg>
        <pc:spChg chg="del">
          <ac:chgData name="曹 昱維" userId="611d57ab1da5f08a" providerId="Windows Live" clId="Web-{86BFB7FA-6923-492E-926D-44A98DC597A8}" dt="2021-02-20T07:27:31.716" v="22"/>
          <ac:spMkLst>
            <pc:docMk/>
            <pc:sldMk cId="479450028" sldId="399"/>
            <ac:spMk id="10" creationId="{5C4FADF2-29C1-4FB5-80F9-3A8C3B77724C}"/>
          </ac:spMkLst>
        </pc:spChg>
        <pc:spChg chg="del">
          <ac:chgData name="曹 昱維" userId="611d57ab1da5f08a" providerId="Windows Live" clId="Web-{86BFB7FA-6923-492E-926D-44A98DC597A8}" dt="2021-02-20T07:27:31.716" v="21"/>
          <ac:spMkLst>
            <pc:docMk/>
            <pc:sldMk cId="479450028" sldId="399"/>
            <ac:spMk id="11" creationId="{E649D3E1-58A3-420A-A76D-AD0D9A82B94C}"/>
          </ac:spMkLst>
        </pc:spChg>
        <pc:spChg chg="add del mod">
          <ac:chgData name="曹 昱維" userId="611d57ab1da5f08a" providerId="Windows Live" clId="Web-{86BFB7FA-6923-492E-926D-44A98DC597A8}" dt="2021-02-20T07:32:46.056" v="76" actId="14100"/>
          <ac:spMkLst>
            <pc:docMk/>
            <pc:sldMk cId="479450028" sldId="399"/>
            <ac:spMk id="12" creationId="{86774D70-246A-48AB-8731-3BAF91BC106E}"/>
          </ac:spMkLst>
        </pc:spChg>
        <pc:spChg chg="add del">
          <ac:chgData name="曹 昱維" userId="611d57ab1da5f08a" providerId="Windows Live" clId="Web-{86BFB7FA-6923-492E-926D-44A98DC597A8}" dt="2021-02-20T07:31:17.398" v="46"/>
          <ac:spMkLst>
            <pc:docMk/>
            <pc:sldMk cId="479450028" sldId="399"/>
            <ac:spMk id="13" creationId="{59A512D9-2474-42CE-87AF-527DE1393025}"/>
          </ac:spMkLst>
        </pc:spChg>
        <pc:spChg chg="add mod">
          <ac:chgData name="曹 昱維" userId="611d57ab1da5f08a" providerId="Windows Live" clId="Web-{86BFB7FA-6923-492E-926D-44A98DC597A8}" dt="2021-02-20T07:34:03.683" v="146" actId="20577"/>
          <ac:spMkLst>
            <pc:docMk/>
            <pc:sldMk cId="479450028" sldId="399"/>
            <ac:spMk id="14" creationId="{20594DBC-D827-486A-9510-DBBF8F1F19BE}"/>
          </ac:spMkLst>
        </pc:spChg>
        <pc:grpChg chg="del">
          <ac:chgData name="曹 昱維" userId="611d57ab1da5f08a" providerId="Windows Live" clId="Web-{86BFB7FA-6923-492E-926D-44A98DC597A8}" dt="2021-02-20T07:27:31.732" v="23"/>
          <ac:grpSpMkLst>
            <pc:docMk/>
            <pc:sldMk cId="479450028" sldId="399"/>
            <ac:grpSpMk id="4" creationId="{272C8616-42C3-41BB-956B-4FE38F8AB190}"/>
          </ac:grpSpMkLst>
        </pc:grpChg>
      </pc:sldChg>
      <pc:sldChg chg="addSp delSp modSp">
        <pc:chgData name="曹 昱維" userId="611d57ab1da5f08a" providerId="Windows Live" clId="Web-{86BFB7FA-6923-492E-926D-44A98DC597A8}" dt="2021-02-20T07:34:54.184" v="156" actId="20577"/>
        <pc:sldMkLst>
          <pc:docMk/>
          <pc:sldMk cId="731008719" sldId="400"/>
        </pc:sldMkLst>
        <pc:spChg chg="mod">
          <ac:chgData name="曹 昱維" userId="611d57ab1da5f08a" providerId="Windows Live" clId="Web-{86BFB7FA-6923-492E-926D-44A98DC597A8}" dt="2021-02-20T07:34:54.184" v="156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86BFB7FA-6923-492E-926D-44A98DC597A8}" dt="2021-02-20T07:30:44.272" v="40"/>
          <ac:spMkLst>
            <pc:docMk/>
            <pc:sldMk cId="731008719" sldId="400"/>
            <ac:spMk id="3" creationId="{70CCCC26-9B8E-44B5-AD00-0D1AE6419E3A}"/>
          </ac:spMkLst>
        </pc:spChg>
        <pc:spChg chg="del">
          <ac:chgData name="曹 昱維" userId="611d57ab1da5f08a" providerId="Windows Live" clId="Web-{86BFB7FA-6923-492E-926D-44A98DC597A8}" dt="2021-02-20T07:30:44.194" v="39"/>
          <ac:spMkLst>
            <pc:docMk/>
            <pc:sldMk cId="731008719" sldId="400"/>
            <ac:spMk id="4" creationId="{46DED6D1-DC12-4FDC-8E0F-D807FCA67184}"/>
          </ac:spMkLst>
        </pc:spChg>
        <pc:spChg chg="add del mod">
          <ac:chgData name="曹 昱維" userId="611d57ab1da5f08a" providerId="Windows Live" clId="Web-{86BFB7FA-6923-492E-926D-44A98DC597A8}" dt="2021-02-20T07:31:24.273" v="49"/>
          <ac:spMkLst>
            <pc:docMk/>
            <pc:sldMk cId="731008719" sldId="400"/>
            <ac:spMk id="6" creationId="{B04B6EED-59B4-4DE6-8933-FE2833F103EA}"/>
          </ac:spMkLst>
        </pc:spChg>
        <pc:spChg chg="add del">
          <ac:chgData name="曹 昱維" userId="611d57ab1da5f08a" providerId="Windows Live" clId="Web-{86BFB7FA-6923-492E-926D-44A98DC597A8}" dt="2021-02-20T07:30:58.413" v="43"/>
          <ac:spMkLst>
            <pc:docMk/>
            <pc:sldMk cId="731008719" sldId="400"/>
            <ac:spMk id="7" creationId="{86774D70-246A-48AB-8731-3BAF91BC106E}"/>
          </ac:spMkLst>
        </pc:spChg>
        <pc:spChg chg="add mod">
          <ac:chgData name="曹 昱維" userId="611d57ab1da5f08a" providerId="Windows Live" clId="Web-{86BFB7FA-6923-492E-926D-44A98DC597A8}" dt="2021-02-20T07:32:37.571" v="75" actId="20577"/>
          <ac:spMkLst>
            <pc:docMk/>
            <pc:sldMk cId="731008719" sldId="400"/>
            <ac:spMk id="8" creationId="{59A512D9-2474-42CE-87AF-527DE1393025}"/>
          </ac:spMkLst>
        </pc:spChg>
      </pc:sldChg>
      <pc:sldChg chg="addSp delSp modSp">
        <pc:chgData name="曹 昱維" userId="611d57ab1da5f08a" providerId="Windows Live" clId="Web-{86BFB7FA-6923-492E-926D-44A98DC597A8}" dt="2021-02-20T07:36:20.139" v="174" actId="20577"/>
        <pc:sldMkLst>
          <pc:docMk/>
          <pc:sldMk cId="2793615648" sldId="401"/>
        </pc:sldMkLst>
        <pc:spChg chg="mod">
          <ac:chgData name="曹 昱維" userId="611d57ab1da5f08a" providerId="Windows Live" clId="Web-{86BFB7FA-6923-492E-926D-44A98DC597A8}" dt="2021-02-20T07:36:20.139" v="174" actId="20577"/>
          <ac:spMkLst>
            <pc:docMk/>
            <pc:sldMk cId="2793615648" sldId="401"/>
            <ac:spMk id="2" creationId="{0AB0D50B-2A75-4639-91F0-3896672FCCEC}"/>
          </ac:spMkLst>
        </pc:spChg>
        <pc:spChg chg="del">
          <ac:chgData name="曹 昱維" userId="611d57ab1da5f08a" providerId="Windows Live" clId="Web-{86BFB7FA-6923-492E-926D-44A98DC597A8}" dt="2021-02-20T07:35:29.216" v="158"/>
          <ac:spMkLst>
            <pc:docMk/>
            <pc:sldMk cId="2793615648" sldId="401"/>
            <ac:spMk id="3" creationId="{81F74530-B140-4AA8-AA01-7A64CA0CC617}"/>
          </ac:spMkLst>
        </pc:spChg>
        <pc:spChg chg="add del mod">
          <ac:chgData name="曹 昱維" userId="611d57ab1da5f08a" providerId="Windows Live" clId="Web-{86BFB7FA-6923-492E-926D-44A98DC597A8}" dt="2021-02-20T07:35:37.622" v="161"/>
          <ac:spMkLst>
            <pc:docMk/>
            <pc:sldMk cId="2793615648" sldId="401"/>
            <ac:spMk id="11" creationId="{536F3D1C-4DC3-4E6D-8772-BA13A22CDB5C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2" creationId="{C7F4E917-86AF-4527-953D-C4A167FB9EC2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3" creationId="{50B39FA0-DBE8-4E07-A625-1102F177024E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4" creationId="{3A7F783E-0232-4C13-BB2F-DF9501D09037}"/>
          </ac:spMkLst>
        </pc:spChg>
        <pc:spChg chg="add mod">
          <ac:chgData name="曹 昱維" userId="611d57ab1da5f08a" providerId="Windows Live" clId="Web-{86BFB7FA-6923-492E-926D-44A98DC597A8}" dt="2021-02-20T07:35:59.982" v="172" actId="20577"/>
          <ac:spMkLst>
            <pc:docMk/>
            <pc:sldMk cId="2793615648" sldId="401"/>
            <ac:spMk id="15" creationId="{C7F4E917-86AF-4527-953D-C4A167FB9EC2}"/>
          </ac:spMkLst>
        </pc:spChg>
        <pc:spChg chg="add mod">
          <ac:chgData name="曹 昱維" userId="611d57ab1da5f08a" providerId="Windows Live" clId="Web-{86BFB7FA-6923-492E-926D-44A98DC597A8}" dt="2021-02-20T07:35:42.888" v="164" actId="1076"/>
          <ac:spMkLst>
            <pc:docMk/>
            <pc:sldMk cId="2793615648" sldId="401"/>
            <ac:spMk id="16" creationId="{50B39FA0-DBE8-4E07-A625-1102F177024E}"/>
          </ac:spMkLst>
        </pc:spChg>
        <pc:spChg chg="add mod">
          <ac:chgData name="曹 昱維" userId="611d57ab1da5f08a" providerId="Windows Live" clId="Web-{86BFB7FA-6923-492E-926D-44A98DC597A8}" dt="2021-02-20T07:35:50.966" v="170" actId="20577"/>
          <ac:spMkLst>
            <pc:docMk/>
            <pc:sldMk cId="2793615648" sldId="401"/>
            <ac:spMk id="17" creationId="{3A7F783E-0232-4C13-BB2F-DF9501D09037}"/>
          </ac:spMkLst>
        </pc:spChg>
        <pc:grpChg chg="del">
          <ac:chgData name="曹 昱維" userId="611d57ab1da5f08a" providerId="Windows Live" clId="Web-{86BFB7FA-6923-492E-926D-44A98DC597A8}" dt="2021-02-20T07:35:29.138" v="157"/>
          <ac:grpSpMkLst>
            <pc:docMk/>
            <pc:sldMk cId="2793615648" sldId="401"/>
            <ac:grpSpMk id="9" creationId="{E4A5187A-F9C9-4C64-9456-F366B8BD0449}"/>
          </ac:grpSpMkLst>
        </pc:grpChg>
      </pc:sldChg>
      <pc:sldChg chg="del">
        <pc:chgData name="曹 昱維" userId="611d57ab1da5f08a" providerId="Windows Live" clId="Web-{86BFB7FA-6923-492E-926D-44A98DC597A8}" dt="2021-02-20T07:37:06.687" v="202"/>
        <pc:sldMkLst>
          <pc:docMk/>
          <pc:sldMk cId="357707291" sldId="402"/>
        </pc:sldMkLst>
      </pc:sldChg>
      <pc:sldChg chg="del">
        <pc:chgData name="曹 昱維" userId="611d57ab1da5f08a" providerId="Windows Live" clId="Web-{86BFB7FA-6923-492E-926D-44A98DC597A8}" dt="2021-02-20T07:37:06.687" v="201"/>
        <pc:sldMkLst>
          <pc:docMk/>
          <pc:sldMk cId="4013338310" sldId="403"/>
        </pc:sldMkLst>
      </pc:sldChg>
      <pc:sldChg chg="del">
        <pc:chgData name="曹 昱維" userId="611d57ab1da5f08a" providerId="Windows Live" clId="Web-{86BFB7FA-6923-492E-926D-44A98DC597A8}" dt="2021-02-20T07:37:06.609" v="200"/>
        <pc:sldMkLst>
          <pc:docMk/>
          <pc:sldMk cId="3535555007" sldId="404"/>
        </pc:sldMkLst>
      </pc:sldChg>
      <pc:sldChg chg="del">
        <pc:chgData name="曹 昱維" userId="611d57ab1da5f08a" providerId="Windows Live" clId="Web-{86BFB7FA-6923-492E-926D-44A98DC597A8}" dt="2021-02-20T07:37:06.546" v="199"/>
        <pc:sldMkLst>
          <pc:docMk/>
          <pc:sldMk cId="3675040738" sldId="405"/>
        </pc:sldMkLst>
      </pc:sldChg>
      <pc:sldChg chg="del">
        <pc:chgData name="曹 昱維" userId="611d57ab1da5f08a" providerId="Windows Live" clId="Web-{86BFB7FA-6923-492E-926D-44A98DC597A8}" dt="2021-02-20T07:37:06.405" v="197"/>
        <pc:sldMkLst>
          <pc:docMk/>
          <pc:sldMk cId="2505821298" sldId="406"/>
        </pc:sldMkLst>
      </pc:sldChg>
      <pc:sldChg chg="del">
        <pc:chgData name="曹 昱維" userId="611d57ab1da5f08a" providerId="Windows Live" clId="Web-{86BFB7FA-6923-492E-926D-44A98DC597A8}" dt="2021-02-20T07:37:06.468" v="198"/>
        <pc:sldMkLst>
          <pc:docMk/>
          <pc:sldMk cId="1299364640" sldId="407"/>
        </pc:sldMkLst>
      </pc:sldChg>
      <pc:sldChg chg="del">
        <pc:chgData name="曹 昱維" userId="611d57ab1da5f08a" providerId="Windows Live" clId="Web-{86BFB7FA-6923-492E-926D-44A98DC597A8}" dt="2021-02-20T07:37:06.343" v="196"/>
        <pc:sldMkLst>
          <pc:docMk/>
          <pc:sldMk cId="992385145" sldId="408"/>
        </pc:sldMkLst>
      </pc:sldChg>
      <pc:sldChg chg="del">
        <pc:chgData name="曹 昱維" userId="611d57ab1da5f08a" providerId="Windows Live" clId="Web-{86BFB7FA-6923-492E-926D-44A98DC597A8}" dt="2021-02-20T07:37:06.265" v="195"/>
        <pc:sldMkLst>
          <pc:docMk/>
          <pc:sldMk cId="4232120840" sldId="409"/>
        </pc:sldMkLst>
      </pc:sldChg>
      <pc:sldChg chg="del">
        <pc:chgData name="曹 昱維" userId="611d57ab1da5f08a" providerId="Windows Live" clId="Web-{86BFB7FA-6923-492E-926D-44A98DC597A8}" dt="2021-02-20T07:37:06.124" v="194"/>
        <pc:sldMkLst>
          <pc:docMk/>
          <pc:sldMk cId="2967583429" sldId="410"/>
        </pc:sldMkLst>
      </pc:sldChg>
      <pc:sldChg chg="del">
        <pc:chgData name="曹 昱維" userId="611d57ab1da5f08a" providerId="Windows Live" clId="Web-{86BFB7FA-6923-492E-926D-44A98DC597A8}" dt="2021-02-20T07:37:06.108" v="192"/>
        <pc:sldMkLst>
          <pc:docMk/>
          <pc:sldMk cId="2203293334" sldId="411"/>
        </pc:sldMkLst>
      </pc:sldChg>
      <pc:sldChg chg="del">
        <pc:chgData name="曹 昱維" userId="611d57ab1da5f08a" providerId="Windows Live" clId="Web-{86BFB7FA-6923-492E-926D-44A98DC597A8}" dt="2021-02-20T07:37:06.046" v="191"/>
        <pc:sldMkLst>
          <pc:docMk/>
          <pc:sldMk cId="111336392" sldId="412"/>
        </pc:sldMkLst>
      </pc:sldChg>
      <pc:sldChg chg="del">
        <pc:chgData name="曹 昱維" userId="611d57ab1da5f08a" providerId="Windows Live" clId="Web-{86BFB7FA-6923-492E-926D-44A98DC597A8}" dt="2021-02-20T07:37:06.046" v="190"/>
        <pc:sldMkLst>
          <pc:docMk/>
          <pc:sldMk cId="2415055263" sldId="413"/>
        </pc:sldMkLst>
      </pc:sldChg>
      <pc:sldChg chg="del">
        <pc:chgData name="曹 昱維" userId="611d57ab1da5f08a" providerId="Windows Live" clId="Web-{86BFB7FA-6923-492E-926D-44A98DC597A8}" dt="2021-02-20T07:37:06.046" v="189"/>
        <pc:sldMkLst>
          <pc:docMk/>
          <pc:sldMk cId="810150902" sldId="414"/>
        </pc:sldMkLst>
      </pc:sldChg>
      <pc:sldChg chg="del">
        <pc:chgData name="曹 昱維" userId="611d57ab1da5f08a" providerId="Windows Live" clId="Web-{86BFB7FA-6923-492E-926D-44A98DC597A8}" dt="2021-02-20T07:37:06.030" v="187"/>
        <pc:sldMkLst>
          <pc:docMk/>
          <pc:sldMk cId="2931584211" sldId="415"/>
        </pc:sldMkLst>
      </pc:sldChg>
      <pc:sldChg chg="del">
        <pc:chgData name="曹 昱維" userId="611d57ab1da5f08a" providerId="Windows Live" clId="Web-{86BFB7FA-6923-492E-926D-44A98DC597A8}" dt="2021-02-20T07:37:06.015" v="186"/>
        <pc:sldMkLst>
          <pc:docMk/>
          <pc:sldMk cId="4217248299" sldId="416"/>
        </pc:sldMkLst>
      </pc:sldChg>
      <pc:sldChg chg="del">
        <pc:chgData name="曹 昱維" userId="611d57ab1da5f08a" providerId="Windows Live" clId="Web-{86BFB7FA-6923-492E-926D-44A98DC597A8}" dt="2021-02-20T07:37:05.952" v="185"/>
        <pc:sldMkLst>
          <pc:docMk/>
          <pc:sldMk cId="2562895456" sldId="417"/>
        </pc:sldMkLst>
      </pc:sldChg>
      <pc:sldChg chg="del">
        <pc:chgData name="曹 昱維" userId="611d57ab1da5f08a" providerId="Windows Live" clId="Web-{86BFB7FA-6923-492E-926D-44A98DC597A8}" dt="2021-02-20T07:37:05.890" v="184"/>
        <pc:sldMkLst>
          <pc:docMk/>
          <pc:sldMk cId="2542318956" sldId="418"/>
        </pc:sldMkLst>
      </pc:sldChg>
      <pc:sldChg chg="del">
        <pc:chgData name="曹 昱維" userId="611d57ab1da5f08a" providerId="Windows Live" clId="Web-{86BFB7FA-6923-492E-926D-44A98DC597A8}" dt="2021-02-20T07:37:05.890" v="183"/>
        <pc:sldMkLst>
          <pc:docMk/>
          <pc:sldMk cId="1048323667" sldId="419"/>
        </pc:sldMkLst>
      </pc:sldChg>
      <pc:sldChg chg="del">
        <pc:chgData name="曹 昱維" userId="611d57ab1da5f08a" providerId="Windows Live" clId="Web-{86BFB7FA-6923-492E-926D-44A98DC597A8}" dt="2021-02-20T07:37:05.874" v="182"/>
        <pc:sldMkLst>
          <pc:docMk/>
          <pc:sldMk cId="1239216343" sldId="420"/>
        </pc:sldMkLst>
      </pc:sldChg>
      <pc:sldChg chg="del">
        <pc:chgData name="曹 昱維" userId="611d57ab1da5f08a" providerId="Windows Live" clId="Web-{86BFB7FA-6923-492E-926D-44A98DC597A8}" dt="2021-02-20T07:37:05.843" v="181"/>
        <pc:sldMkLst>
          <pc:docMk/>
          <pc:sldMk cId="4294962638" sldId="421"/>
        </pc:sldMkLst>
      </pc:sldChg>
      <pc:sldChg chg="del">
        <pc:chgData name="曹 昱維" userId="611d57ab1da5f08a" providerId="Windows Live" clId="Web-{86BFB7FA-6923-492E-926D-44A98DC597A8}" dt="2021-02-20T07:37:05.843" v="180"/>
        <pc:sldMkLst>
          <pc:docMk/>
          <pc:sldMk cId="146051760" sldId="422"/>
        </pc:sldMkLst>
      </pc:sldChg>
      <pc:sldChg chg="del">
        <pc:chgData name="曹 昱維" userId="611d57ab1da5f08a" providerId="Windows Live" clId="Web-{86BFB7FA-6923-492E-926D-44A98DC597A8}" dt="2021-02-20T07:37:05.843" v="179"/>
        <pc:sldMkLst>
          <pc:docMk/>
          <pc:sldMk cId="1826826289" sldId="423"/>
        </pc:sldMkLst>
      </pc:sldChg>
      <pc:sldChg chg="del">
        <pc:chgData name="曹 昱維" userId="611d57ab1da5f08a" providerId="Windows Live" clId="Web-{86BFB7FA-6923-492E-926D-44A98DC597A8}" dt="2021-02-20T07:37:05.827" v="177"/>
        <pc:sldMkLst>
          <pc:docMk/>
          <pc:sldMk cId="863988204" sldId="433"/>
        </pc:sldMkLst>
      </pc:sldChg>
      <pc:sldMasterChg chg="mod modSldLayout">
        <pc:chgData name="曹 昱維" userId="611d57ab1da5f08a" providerId="Windows Live" clId="Web-{86BFB7FA-6923-492E-926D-44A98DC597A8}" dt="2021-02-20T07:25:36.433" v="15"/>
        <pc:sldMasterMkLst>
          <pc:docMk/>
          <pc:sldMasterMk cId="1322232990" sldId="2147483651"/>
        </pc:sldMasterMkLst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23463714" sldId="214748365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06461826" sldId="2147483653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16067170" sldId="2147483655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89333769" sldId="2147483656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91219130" sldId="2147483657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43546685" sldId="2147483658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1017160531" sldId="2147483659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378515228" sldId="2147483660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083834854" sldId="2147483661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733916010" sldId="214748366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83606502" sldId="2147483663"/>
          </pc:sldLayoutMkLst>
        </pc:sldLayoutChg>
      </pc:sldMasterChg>
    </pc:docChg>
  </pc:docChgLst>
  <pc:docChgLst>
    <pc:chgData name="曹 昱維" userId="611d57ab1da5f08a" providerId="Windows Live" clId="Web-{5E3011B0-5579-41A0-8292-17DF490691BC}"/>
    <pc:docChg chg="modSld">
      <pc:chgData name="曹 昱維" userId="611d57ab1da5f08a" providerId="Windows Live" clId="Web-{5E3011B0-5579-41A0-8292-17DF490691BC}" dt="2021-02-22T01:54:36.612" v="10" actId="20577"/>
      <pc:docMkLst>
        <pc:docMk/>
      </pc:docMkLst>
      <pc:sldChg chg="modSp">
        <pc:chgData name="曹 昱維" userId="611d57ab1da5f08a" providerId="Windows Live" clId="Web-{5E3011B0-5579-41A0-8292-17DF490691BC}" dt="2021-02-22T01:54:36.612" v="10" actId="20577"/>
        <pc:sldMkLst>
          <pc:docMk/>
          <pc:sldMk cId="2071263905" sldId="331"/>
        </pc:sldMkLst>
        <pc:spChg chg="mod">
          <ac:chgData name="曹 昱維" userId="611d57ab1da5f08a" providerId="Windows Live" clId="Web-{5E3011B0-5579-41A0-8292-17DF490691BC}" dt="2021-02-22T01:54:36.612" v="10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54D02B79-F35D-4443-838F-1566E71F2D73}"/>
    <pc:docChg chg="delSld modSld">
      <pc:chgData name="曹 昱維" userId="611d57ab1da5f08a" providerId="Windows Live" clId="Web-{54D02B79-F35D-4443-838F-1566E71F2D73}" dt="2021-02-22T03:13:39.666" v="237"/>
      <pc:docMkLst>
        <pc:docMk/>
      </pc:docMkLst>
      <pc:sldChg chg="modSp">
        <pc:chgData name="曹 昱維" userId="611d57ab1da5f08a" providerId="Windows Live" clId="Web-{54D02B79-F35D-4443-838F-1566E71F2D73}" dt="2021-02-22T01:53:41.958" v="0" actId="20577"/>
        <pc:sldMkLst>
          <pc:docMk/>
          <pc:sldMk cId="2071263905" sldId="331"/>
        </pc:sldMkLst>
        <pc:spChg chg="mod">
          <ac:chgData name="曹 昱維" userId="611d57ab1da5f08a" providerId="Windows Live" clId="Web-{54D02B79-F35D-4443-838F-1566E71F2D73}" dt="2021-02-22T01:53:41.95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54D02B79-F35D-4443-838F-1566E71F2D73}" dt="2021-02-22T02:03:09.049" v="60" actId="1076"/>
        <pc:sldMkLst>
          <pc:docMk/>
          <pc:sldMk cId="479450028" sldId="399"/>
        </pc:sldMkLst>
        <pc:spChg chg="mod">
          <ac:chgData name="曹 昱維" userId="611d57ab1da5f08a" providerId="Windows Live" clId="Web-{54D02B79-F35D-4443-838F-1566E71F2D73}" dt="2021-02-22T01:57:19.057" v="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1:59:04.418" v="56" actId="20577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03:09.049" v="60" actId="1076"/>
          <ac:picMkLst>
            <pc:docMk/>
            <pc:sldMk cId="479450028" sldId="399"/>
            <ac:picMk id="3" creationId="{471F7594-986F-4B82-BDCF-7297BC5B72D1}"/>
          </ac:picMkLst>
        </pc:picChg>
        <pc:picChg chg="del">
          <ac:chgData name="曹 昱維" userId="611d57ab1da5f08a" providerId="Windows Live" clId="Web-{54D02B79-F35D-4443-838F-1566E71F2D73}" dt="2021-02-22T01:59:12.591" v="57"/>
          <ac:picMkLst>
            <pc:docMk/>
            <pc:sldMk cId="479450028" sldId="399"/>
            <ac:picMk id="6" creationId="{8E5E00C3-A0D7-4DA0-89E0-562F95E0510A}"/>
          </ac:picMkLst>
        </pc:picChg>
      </pc:sldChg>
      <pc:sldChg chg="del">
        <pc:chgData name="曹 昱維" userId="611d57ab1da5f08a" providerId="Windows Live" clId="Web-{54D02B79-F35D-4443-838F-1566E71F2D73}" dt="2021-02-22T03:13:39.666" v="236"/>
        <pc:sldMkLst>
          <pc:docMk/>
          <pc:sldMk cId="731008719" sldId="400"/>
        </pc:sldMkLst>
      </pc:sldChg>
      <pc:sldChg chg="del">
        <pc:chgData name="曹 昱維" userId="611d57ab1da5f08a" providerId="Windows Live" clId="Web-{54D02B79-F35D-4443-838F-1566E71F2D73}" dt="2021-02-22T03:13:39.666" v="237"/>
        <pc:sldMkLst>
          <pc:docMk/>
          <pc:sldMk cId="1766846931" sldId="411"/>
        </pc:sldMkLst>
      </pc:sldChg>
      <pc:sldChg chg="addSp delSp modSp">
        <pc:chgData name="曹 昱維" userId="611d57ab1da5f08a" providerId="Windows Live" clId="Web-{54D02B79-F35D-4443-838F-1566E71F2D73}" dt="2021-02-22T02:35:45.111" v="158" actId="20577"/>
        <pc:sldMkLst>
          <pc:docMk/>
          <pc:sldMk cId="1142469904" sldId="415"/>
        </pc:sldMkLst>
        <pc:spChg chg="mod">
          <ac:chgData name="曹 昱維" userId="611d57ab1da5f08a" providerId="Windows Live" clId="Web-{54D02B79-F35D-4443-838F-1566E71F2D73}" dt="2021-02-22T02:08:03.681" v="6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5:45.111" v="158" actId="20577"/>
          <ac:spMkLst>
            <pc:docMk/>
            <pc:sldMk cId="1142469904" sldId="415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22:56.718" v="98" actId="1076"/>
          <ac:picMkLst>
            <pc:docMk/>
            <pc:sldMk cId="1142469904" sldId="415"/>
            <ac:picMk id="3" creationId="{58072186-A8E6-4990-A126-5DD7D6B53C55}"/>
          </ac:picMkLst>
        </pc:picChg>
        <pc:picChg chg="del mod">
          <ac:chgData name="曹 昱維" userId="611d57ab1da5f08a" providerId="Windows Live" clId="Web-{54D02B79-F35D-4443-838F-1566E71F2D73}" dt="2021-02-22T02:20:13.433" v="95"/>
          <ac:picMkLst>
            <pc:docMk/>
            <pc:sldMk cId="1142469904" sldId="415"/>
            <ac:picMk id="4" creationId="{C94005A3-3E21-45DF-AF3D-ECD49479C886}"/>
          </ac:picMkLst>
        </pc:picChg>
      </pc:sldChg>
      <pc:sldChg chg="addSp delSp modSp">
        <pc:chgData name="曹 昱維" userId="611d57ab1da5f08a" providerId="Windows Live" clId="Web-{54D02B79-F35D-4443-838F-1566E71F2D73}" dt="2021-02-22T02:37:49.677" v="181" actId="1076"/>
        <pc:sldMkLst>
          <pc:docMk/>
          <pc:sldMk cId="727191407" sldId="416"/>
        </pc:sldMkLst>
        <pc:spChg chg="mod">
          <ac:chgData name="曹 昱維" userId="611d57ab1da5f08a" providerId="Windows Live" clId="Web-{54D02B79-F35D-4443-838F-1566E71F2D73}" dt="2021-02-22T02:23:36.500" v="105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7:33.973" v="178" actId="20577"/>
          <ac:spMkLst>
            <pc:docMk/>
            <pc:sldMk cId="727191407" sldId="416"/>
            <ac:spMk id="5" creationId="{C36D046E-31BA-4E65-9370-6ACBCD291D8C}"/>
          </ac:spMkLst>
        </pc:spChg>
        <pc:picChg chg="del">
          <ac:chgData name="曹 昱維" userId="611d57ab1da5f08a" providerId="Windows Live" clId="Web-{54D02B79-F35D-4443-838F-1566E71F2D73}" dt="2021-02-22T02:23:39.109" v="106"/>
          <ac:picMkLst>
            <pc:docMk/>
            <pc:sldMk cId="727191407" sldId="416"/>
            <ac:picMk id="3" creationId="{C7636C22-2A3A-45A2-B4B9-FD74411B23A1}"/>
          </ac:picMkLst>
        </pc:picChg>
        <pc:picChg chg="add mod">
          <ac:chgData name="曹 昱維" userId="611d57ab1da5f08a" providerId="Windows Live" clId="Web-{54D02B79-F35D-4443-838F-1566E71F2D73}" dt="2021-02-22T02:37:49.677" v="181" actId="1076"/>
          <ac:picMkLst>
            <pc:docMk/>
            <pc:sldMk cId="727191407" sldId="416"/>
            <ac:picMk id="4" creationId="{3AE0CB7B-D58B-4946-B95C-B5C75CA78D45}"/>
          </ac:picMkLst>
        </pc:picChg>
      </pc:sldChg>
      <pc:sldChg chg="addSp delSp modSp">
        <pc:chgData name="曹 昱維" userId="611d57ab1da5f08a" providerId="Windows Live" clId="Web-{54D02B79-F35D-4443-838F-1566E71F2D73}" dt="2021-02-22T02:50:40.977" v="210" actId="20577"/>
        <pc:sldMkLst>
          <pc:docMk/>
          <pc:sldMk cId="2621866127" sldId="417"/>
        </pc:sldMkLst>
        <pc:spChg chg="mod">
          <ac:chgData name="曹 昱維" userId="611d57ab1da5f08a" providerId="Windows Live" clId="Web-{54D02B79-F35D-4443-838F-1566E71F2D73}" dt="2021-02-22T02:38:51.147" v="188" actId="20577"/>
          <ac:spMkLst>
            <pc:docMk/>
            <pc:sldMk cId="2621866127" sldId="417"/>
            <ac:spMk id="2" creationId="{6476B7A2-C859-4B36-A3C9-1FD50872ADF4}"/>
          </ac:spMkLst>
        </pc:spChg>
        <pc:spChg chg="add del mod">
          <ac:chgData name="曹 昱維" userId="611d57ab1da5f08a" providerId="Windows Live" clId="Web-{54D02B79-F35D-4443-838F-1566E71F2D73}" dt="2021-02-22T02:40:22.274" v="198"/>
          <ac:spMkLst>
            <pc:docMk/>
            <pc:sldMk cId="2621866127" sldId="417"/>
            <ac:spMk id="4" creationId="{AC901161-9DEB-4793-A145-616AA039362E}"/>
          </ac:spMkLst>
        </pc:spChg>
        <pc:spChg chg="mod">
          <ac:chgData name="曹 昱維" userId="611d57ab1da5f08a" providerId="Windows Live" clId="Web-{54D02B79-F35D-4443-838F-1566E71F2D73}" dt="2021-02-22T02:50:40.977" v="210" actId="20577"/>
          <ac:spMkLst>
            <pc:docMk/>
            <pc:sldMk cId="2621866127" sldId="417"/>
            <ac:spMk id="11" creationId="{0E4E060E-3531-4E1F-8887-E569723F17A7}"/>
          </ac:spMkLst>
        </pc:spChg>
        <pc:picChg chg="add del mod">
          <ac:chgData name="曹 昱維" userId="611d57ab1da5f08a" providerId="Windows Live" clId="Web-{54D02B79-F35D-4443-838F-1566E71F2D73}" dt="2021-02-22T02:40:46.306" v="200"/>
          <ac:picMkLst>
            <pc:docMk/>
            <pc:sldMk cId="2621866127" sldId="417"/>
            <ac:picMk id="5" creationId="{335BA4E2-6544-4F24-B0E8-871A1F07191E}"/>
          </ac:picMkLst>
        </pc:picChg>
        <pc:picChg chg="add mod">
          <ac:chgData name="曹 昱維" userId="611d57ab1da5f08a" providerId="Windows Live" clId="Web-{54D02B79-F35D-4443-838F-1566E71F2D73}" dt="2021-02-22T02:41:02.838" v="203" actId="1076"/>
          <ac:picMkLst>
            <pc:docMk/>
            <pc:sldMk cId="2621866127" sldId="417"/>
            <ac:picMk id="6" creationId="{1D391FB2-7543-4CAF-A873-9EB104371AC4}"/>
          </ac:picMkLst>
        </pc:picChg>
        <pc:picChg chg="del">
          <ac:chgData name="曹 昱維" userId="611d57ab1da5f08a" providerId="Windows Live" clId="Web-{54D02B79-F35D-4443-838F-1566E71F2D73}" dt="2021-02-22T02:40:11.118" v="196"/>
          <ac:picMkLst>
            <pc:docMk/>
            <pc:sldMk cId="2621866127" sldId="417"/>
            <ac:picMk id="8" creationId="{3F393ECF-36CC-46D8-9C40-E381197AA08B}"/>
          </ac:picMkLst>
        </pc:picChg>
      </pc:sldChg>
      <pc:sldChg chg="addSp delSp modSp">
        <pc:chgData name="曹 昱維" userId="611d57ab1da5f08a" providerId="Windows Live" clId="Web-{54D02B79-F35D-4443-838F-1566E71F2D73}" dt="2021-02-22T03:13:30.400" v="235" actId="1076"/>
        <pc:sldMkLst>
          <pc:docMk/>
          <pc:sldMk cId="3599086957" sldId="418"/>
        </pc:sldMkLst>
        <pc:spChg chg="mod">
          <ac:chgData name="曹 昱維" userId="611d57ab1da5f08a" providerId="Windows Live" clId="Web-{54D02B79-F35D-4443-838F-1566E71F2D73}" dt="2021-02-22T02:44:57.531" v="205" actId="20577"/>
          <ac:spMkLst>
            <pc:docMk/>
            <pc:sldMk cId="3599086957" sldId="418"/>
            <ac:spMk id="2" creationId="{0AB0D50B-2A75-4639-91F0-3896672FCCEC}"/>
          </ac:spMkLst>
        </pc:spChg>
        <pc:spChg chg="add mod">
          <ac:chgData name="曹 昱維" userId="611d57ab1da5f08a" providerId="Windows Live" clId="Web-{54D02B79-F35D-4443-838F-1566E71F2D73}" dt="2021-02-22T03:08:36.877" v="232" actId="20577"/>
          <ac:spMkLst>
            <pc:docMk/>
            <pc:sldMk cId="3599086957" sldId="418"/>
            <ac:spMk id="3" creationId="{4A069D30-7135-47E5-B31A-084B011EF908}"/>
          </ac:spMkLst>
        </pc:spChg>
        <pc:grpChg chg="del">
          <ac:chgData name="曹 昱維" userId="611d57ab1da5f08a" providerId="Windows Live" clId="Web-{54D02B79-F35D-4443-838F-1566E71F2D73}" dt="2021-02-22T02:45:00.890" v="206"/>
          <ac:grpSpMkLst>
            <pc:docMk/>
            <pc:sldMk cId="3599086957" sldId="418"/>
            <ac:grpSpMk id="7" creationId="{7F76C607-90B2-4922-A59A-E5B3D10F8EAB}"/>
          </ac:grpSpMkLst>
        </pc:grpChg>
        <pc:picChg chg="add mod">
          <ac:chgData name="曹 昱維" userId="611d57ab1da5f08a" providerId="Windows Live" clId="Web-{54D02B79-F35D-4443-838F-1566E71F2D73}" dt="2021-02-22T03:13:30.400" v="235" actId="1076"/>
          <ac:picMkLst>
            <pc:docMk/>
            <pc:sldMk cId="3599086957" sldId="418"/>
            <ac:picMk id="4" creationId="{29070A0E-C524-4308-A86B-F12CE64B4ACD}"/>
          </ac:picMkLst>
        </pc:picChg>
      </pc:sldChg>
    </pc:docChg>
  </pc:docChgLst>
  <pc:docChgLst>
    <pc:chgData name="曹 昱維" userId="611d57ab1da5f08a" providerId="Windows Live" clId="Web-{C6E13DD8-A130-4D6E-B421-5FDF3F20AC4D}"/>
    <pc:docChg chg="modSld">
      <pc:chgData name="曹 昱維" userId="611d57ab1da5f08a" providerId="Windows Live" clId="Web-{C6E13DD8-A130-4D6E-B421-5FDF3F20AC4D}" dt="2023-10-03T01:14:46.419" v="1" actId="20577"/>
      <pc:docMkLst>
        <pc:docMk/>
      </pc:docMkLst>
      <pc:sldChg chg="modSp">
        <pc:chgData name="曹 昱維" userId="611d57ab1da5f08a" providerId="Windows Live" clId="Web-{C6E13DD8-A130-4D6E-B421-5FDF3F20AC4D}" dt="2023-10-03T01:14:46.419" v="1" actId="20577"/>
        <pc:sldMkLst>
          <pc:docMk/>
          <pc:sldMk cId="2144876092" sldId="422"/>
        </pc:sldMkLst>
        <pc:spChg chg="mod">
          <ac:chgData name="曹 昱維" userId="611d57ab1da5f08a" providerId="Windows Live" clId="Web-{C6E13DD8-A130-4D6E-B421-5FDF3F20AC4D}" dt="2023-10-03T01:14:46.419" v="1" actId="20577"/>
          <ac:spMkLst>
            <pc:docMk/>
            <pc:sldMk cId="2144876092" sldId="422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73967559-12A0-4FD9-9065-4C498D66BD7D}"/>
    <pc:docChg chg="delSld modSld sldOrd">
      <pc:chgData name="曹 昱維" userId="611d57ab1da5f08a" providerId="Windows Live" clId="Web-{73967559-12A0-4FD9-9065-4C498D66BD7D}" dt="2021-02-22T01:49:53.573" v="115"/>
      <pc:docMkLst>
        <pc:docMk/>
      </pc:docMkLst>
      <pc:sldChg chg="modSp">
        <pc:chgData name="曹 昱維" userId="611d57ab1da5f08a" providerId="Windows Live" clId="Web-{73967559-12A0-4FD9-9065-4C498D66BD7D}" dt="2021-02-22T01:49:33.635" v="110" actId="20577"/>
        <pc:sldMkLst>
          <pc:docMk/>
          <pc:sldMk cId="731008719" sldId="400"/>
        </pc:sldMkLst>
        <pc:spChg chg="mod">
          <ac:chgData name="曹 昱維" userId="611d57ab1da5f08a" providerId="Windows Live" clId="Web-{73967559-12A0-4FD9-9065-4C498D66BD7D}" dt="2021-02-22T01:22:27.154" v="9" actId="20577"/>
          <ac:spMkLst>
            <pc:docMk/>
            <pc:sldMk cId="731008719" sldId="400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49:33.635" v="110" actId="20577"/>
          <ac:spMkLst>
            <pc:docMk/>
            <pc:sldMk cId="731008719" sldId="400"/>
            <ac:spMk id="6" creationId="{15629E39-22BE-423A-B5D5-076D621753F8}"/>
          </ac:spMkLst>
        </pc:spChg>
      </pc:sldChg>
      <pc:sldChg chg="del">
        <pc:chgData name="曹 昱維" userId="611d57ab1da5f08a" providerId="Windows Live" clId="Web-{73967559-12A0-4FD9-9065-4C498D66BD7D}" dt="2021-02-22T01:49:53.573" v="115"/>
        <pc:sldMkLst>
          <pc:docMk/>
          <pc:sldMk cId="2793615648" sldId="401"/>
        </pc:sldMkLst>
      </pc:sldChg>
      <pc:sldChg chg="del">
        <pc:chgData name="曹 昱維" userId="611d57ab1da5f08a" providerId="Windows Live" clId="Web-{73967559-12A0-4FD9-9065-4C498D66BD7D}" dt="2021-02-22T01:49:53.573" v="114"/>
        <pc:sldMkLst>
          <pc:docMk/>
          <pc:sldMk cId="1765932360" sldId="402"/>
        </pc:sldMkLst>
      </pc:sldChg>
      <pc:sldChg chg="del">
        <pc:chgData name="曹 昱維" userId="611d57ab1da5f08a" providerId="Windows Live" clId="Web-{73967559-12A0-4FD9-9065-4C498D66BD7D}" dt="2021-02-22T01:49:53.573" v="113"/>
        <pc:sldMkLst>
          <pc:docMk/>
          <pc:sldMk cId="1518544506" sldId="403"/>
        </pc:sldMkLst>
      </pc:sldChg>
      <pc:sldChg chg="addSp modSp ord">
        <pc:chgData name="曹 昱維" userId="611d57ab1da5f08a" providerId="Windows Live" clId="Web-{73967559-12A0-4FD9-9065-4C498D66BD7D}" dt="2021-02-22T01:38:04.851" v="87" actId="20577"/>
        <pc:sldMkLst>
          <pc:docMk/>
          <pc:sldMk cId="1766846931" sldId="411"/>
        </pc:sldMkLst>
        <pc:spChg chg="mod">
          <ac:chgData name="曹 昱維" userId="611d57ab1da5f08a" providerId="Windows Live" clId="Web-{73967559-12A0-4FD9-9065-4C498D66BD7D}" dt="2021-02-22T01:31:12.809" v="27" actId="20577"/>
          <ac:spMkLst>
            <pc:docMk/>
            <pc:sldMk cId="1766846931" sldId="411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38:04.851" v="87" actId="20577"/>
          <ac:spMkLst>
            <pc:docMk/>
            <pc:sldMk cId="1766846931" sldId="411"/>
            <ac:spMk id="3" creationId="{58589E7E-C5E1-4AAF-99CE-943834FAE1AF}"/>
          </ac:spMkLst>
        </pc:spChg>
        <pc:picChg chg="add mod">
          <ac:chgData name="曹 昱維" userId="611d57ab1da5f08a" providerId="Windows Live" clId="Web-{73967559-12A0-4FD9-9065-4C498D66BD7D}" dt="2021-02-22T01:35:32.847" v="62" actId="1076"/>
          <ac:picMkLst>
            <pc:docMk/>
            <pc:sldMk cId="1766846931" sldId="411"/>
            <ac:picMk id="4" creationId="{AFA9D261-92C9-4F2F-BAEA-2735E8E8AC5D}"/>
          </ac:picMkLst>
        </pc:picChg>
      </pc:sldChg>
      <pc:sldChg chg="del">
        <pc:chgData name="曹 昱維" userId="611d57ab1da5f08a" providerId="Windows Live" clId="Web-{73967559-12A0-4FD9-9065-4C498D66BD7D}" dt="2021-02-22T01:49:53.573" v="111"/>
        <pc:sldMkLst>
          <pc:docMk/>
          <pc:sldMk cId="3509932495" sldId="412"/>
        </pc:sldMkLst>
      </pc:sldChg>
      <pc:sldChg chg="del">
        <pc:chgData name="曹 昱維" userId="611d57ab1da5f08a" providerId="Windows Live" clId="Web-{73967559-12A0-4FD9-9065-4C498D66BD7D}" dt="2021-02-22T01:21:18.762" v="0"/>
        <pc:sldMkLst>
          <pc:docMk/>
          <pc:sldMk cId="2907763767" sldId="413"/>
        </pc:sldMkLst>
      </pc:sldChg>
      <pc:sldChg chg="del">
        <pc:chgData name="曹 昱維" userId="611d57ab1da5f08a" providerId="Windows Live" clId="Web-{73967559-12A0-4FD9-9065-4C498D66BD7D}" dt="2021-02-22T01:49:53.573" v="112"/>
        <pc:sldMkLst>
          <pc:docMk/>
          <pc:sldMk cId="2646519830" sldId="414"/>
        </pc:sldMkLst>
      </pc:sldChg>
      <pc:sldChg chg="modSp">
        <pc:chgData name="曹 昱維" userId="611d57ab1da5f08a" providerId="Windows Live" clId="Web-{73967559-12A0-4FD9-9065-4C498D66BD7D}" dt="2021-02-22T01:40:35.824" v="90" actId="20577"/>
        <pc:sldMkLst>
          <pc:docMk/>
          <pc:sldMk cId="727191407" sldId="416"/>
        </pc:sldMkLst>
        <pc:spChg chg="mod">
          <ac:chgData name="曹 昱維" userId="611d57ab1da5f08a" providerId="Windows Live" clId="Web-{73967559-12A0-4FD9-9065-4C498D66BD7D}" dt="2021-02-22T01:40:35.824" v="90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161A3AFC-3AB2-477E-B73C-5FD6B283AB3D}"/>
    <pc:docChg chg="modSld">
      <pc:chgData name="曹 昱維" userId="611d57ab1da5f08a" providerId="Windows Live" clId="Web-{161A3AFC-3AB2-477E-B73C-5FD6B283AB3D}" dt="2022-08-18T01:51:59.070" v="20" actId="20577"/>
      <pc:docMkLst>
        <pc:docMk/>
      </pc:docMkLst>
      <pc:sldChg chg="modSp">
        <pc:chgData name="曹 昱維" userId="611d57ab1da5f08a" providerId="Windows Live" clId="Web-{161A3AFC-3AB2-477E-B73C-5FD6B283AB3D}" dt="2022-08-18T01:51:59.070" v="20" actId="20577"/>
        <pc:sldMkLst>
          <pc:docMk/>
          <pc:sldMk cId="2621866127" sldId="417"/>
        </pc:sldMkLst>
        <pc:spChg chg="mod">
          <ac:chgData name="曹 昱維" userId="611d57ab1da5f08a" providerId="Windows Live" clId="Web-{161A3AFC-3AB2-477E-B73C-5FD6B283AB3D}" dt="2022-08-18T01:51:59.070" v="20" actId="20577"/>
          <ac:spMkLst>
            <pc:docMk/>
            <pc:sldMk cId="2621866127" sldId="417"/>
            <ac:spMk id="11" creationId="{0E4E060E-3531-4E1F-8887-E569723F17A7}"/>
          </ac:spMkLst>
        </pc:spChg>
      </pc:sldChg>
    </pc:docChg>
  </pc:docChgLst>
  <pc:docChgLst>
    <pc:chgData name="曹 昱維" userId="611d57ab1da5f08a" providerId="Windows Live" clId="Web-{55BF7E06-CBFC-48A5-A5A8-B0F90F48E0AD}"/>
    <pc:docChg chg="sldOrd">
      <pc:chgData name="曹 昱維" userId="611d57ab1da5f08a" providerId="Windows Live" clId="Web-{55BF7E06-CBFC-48A5-A5A8-B0F90F48E0AD}" dt="2022-12-14T11:40:04.794" v="1"/>
      <pc:docMkLst>
        <pc:docMk/>
      </pc:docMkLst>
      <pc:sldChg chg="ord">
        <pc:chgData name="曹 昱維" userId="611d57ab1da5f08a" providerId="Windows Live" clId="Web-{55BF7E06-CBFC-48A5-A5A8-B0F90F48E0AD}" dt="2022-12-14T11:40:04.794" v="1"/>
        <pc:sldMkLst>
          <pc:docMk/>
          <pc:sldMk cId="2621866127" sldId="417"/>
        </pc:sldMkLst>
      </pc:sldChg>
      <pc:sldChg chg="ord">
        <pc:chgData name="曹 昱維" userId="611d57ab1da5f08a" providerId="Windows Live" clId="Web-{55BF7E06-CBFC-48A5-A5A8-B0F90F48E0AD}" dt="2022-12-14T11:40:01.606" v="0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3500C1EF-F57C-4226-9870-A1D1F4F5ADDF}"/>
    <pc:docChg chg="modSld">
      <pc:chgData name="曹 昱維" userId="611d57ab1da5f08a" providerId="Windows Live" clId="Web-{3500C1EF-F57C-4226-9870-A1D1F4F5ADDF}" dt="2021-02-20T18:00:39.982" v="7" actId="20577"/>
      <pc:docMkLst>
        <pc:docMk/>
      </pc:docMkLst>
      <pc:sldChg chg="modSp">
        <pc:chgData name="曹 昱維" userId="611d57ab1da5f08a" providerId="Windows Live" clId="Web-{3500C1EF-F57C-4226-9870-A1D1F4F5ADDF}" dt="2021-02-20T18:00:39.982" v="7" actId="20577"/>
        <pc:sldMkLst>
          <pc:docMk/>
          <pc:sldMk cId="2071263905" sldId="331"/>
        </pc:sldMkLst>
        <pc:spChg chg="mod">
          <ac:chgData name="曹 昱維" userId="611d57ab1da5f08a" providerId="Windows Live" clId="Web-{3500C1EF-F57C-4226-9870-A1D1F4F5ADDF}" dt="2021-02-20T18:00:37.138" v="6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3500C1EF-F57C-4226-9870-A1D1F4F5ADDF}" dt="2021-02-20T18:00:39.982" v="7" actId="20577"/>
          <ac:spMkLst>
            <pc:docMk/>
            <pc:sldMk cId="2071263905" sldId="331"/>
            <ac:spMk id="14" creationId="{583773A5-76D9-46D5-9556-BF767071F582}"/>
          </ac:spMkLst>
        </pc:spChg>
      </pc:sldChg>
    </pc:docChg>
  </pc:docChgLst>
  <pc:docChgLst>
    <pc:chgData name="曹 昱維" userId="611d57ab1da5f08a" providerId="Windows Live" clId="Web-{DE16F67C-512D-4D02-B22F-8995EEC04574}"/>
    <pc:docChg chg="addSld delSld modSld sldOrd">
      <pc:chgData name="曹 昱維" userId="611d57ab1da5f08a" providerId="Windows Live" clId="Web-{DE16F67C-512D-4D02-B22F-8995EEC04574}" dt="2021-02-20T17:58:51.866" v="277" actId="14100"/>
      <pc:docMkLst>
        <pc:docMk/>
      </pc:docMkLst>
      <pc:sldChg chg="modSp">
        <pc:chgData name="曹 昱維" userId="611d57ab1da5f08a" providerId="Windows Live" clId="Web-{DE16F67C-512D-4D02-B22F-8995EEC04574}" dt="2021-02-20T16:45:38.002" v="8" actId="20577"/>
        <pc:sldMkLst>
          <pc:docMk/>
          <pc:sldMk cId="2071263905" sldId="331"/>
        </pc:sldMkLst>
        <pc:spChg chg="mod">
          <ac:chgData name="曹 昱維" userId="611d57ab1da5f08a" providerId="Windows Live" clId="Web-{DE16F67C-512D-4D02-B22F-8995EEC04574}" dt="2021-02-20T16:45:38.002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DE16F67C-512D-4D02-B22F-8995EEC04574}" dt="2021-02-20T16:38:51.221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 mod modClrScheme chgLayout">
        <pc:chgData name="曹 昱維" userId="611d57ab1da5f08a" providerId="Windows Live" clId="Web-{DE16F67C-512D-4D02-B22F-8995EEC04574}" dt="2021-02-20T16:53:42.705" v="41" actId="20577"/>
        <pc:sldMkLst>
          <pc:docMk/>
          <pc:sldMk cId="479450028" sldId="399"/>
        </pc:sldMkLst>
        <pc:spChg chg="mod ord">
          <ac:chgData name="曹 昱維" userId="611d57ab1da5f08a" providerId="Windows Live" clId="Web-{DE16F67C-512D-4D02-B22F-8995EEC04574}" dt="2021-02-20T16:50:54.669" v="23" actId="20577"/>
          <ac:spMkLst>
            <pc:docMk/>
            <pc:sldMk cId="479450028" sldId="399"/>
            <ac:spMk id="2" creationId="{6476B7A2-C859-4B36-A3C9-1FD50872ADF4}"/>
          </ac:spMkLst>
        </pc:spChg>
        <pc:spChg chg="add mod ord">
          <ac:chgData name="曹 昱維" userId="611d57ab1da5f08a" providerId="Windows Live" clId="Web-{DE16F67C-512D-4D02-B22F-8995EEC04574}" dt="2021-02-20T16:53:42.705" v="41" actId="20577"/>
          <ac:spMkLst>
            <pc:docMk/>
            <pc:sldMk cId="479450028" sldId="399"/>
            <ac:spMk id="4" creationId="{0BE79371-9F01-4287-820D-B77AAA2F0880}"/>
          </ac:spMkLst>
        </pc:spChg>
        <pc:spChg chg="add del mod ord">
          <ac:chgData name="曹 昱維" userId="611d57ab1da5f08a" providerId="Windows Live" clId="Web-{DE16F67C-512D-4D02-B22F-8995EEC04574}" dt="2021-02-20T16:50:11.324" v="10"/>
          <ac:spMkLst>
            <pc:docMk/>
            <pc:sldMk cId="479450028" sldId="399"/>
            <ac:spMk id="5" creationId="{43F693AA-C3D5-470F-B587-633D832B49CE}"/>
          </ac:spMkLst>
        </pc:spChg>
        <pc:spChg chg="del mod">
          <ac:chgData name="曹 昱維" userId="611d57ab1da5f08a" providerId="Windows Live" clId="Web-{DE16F67C-512D-4D02-B22F-8995EEC04574}" dt="2021-02-20T16:50:15.105" v="13"/>
          <ac:spMkLst>
            <pc:docMk/>
            <pc:sldMk cId="479450028" sldId="399"/>
            <ac:spMk id="12" creationId="{86774D70-246A-48AB-8731-3BAF91BC106E}"/>
          </ac:spMkLst>
        </pc:spChg>
        <pc:picChg chg="del">
          <ac:chgData name="曹 昱維" userId="611d57ab1da5f08a" providerId="Windows Live" clId="Web-{DE16F67C-512D-4D02-B22F-8995EEC04574}" dt="2021-02-20T16:50:12.605" v="11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 ord">
        <pc:chgData name="曹 昱維" userId="611d57ab1da5f08a" providerId="Windows Live" clId="Web-{DE16F67C-512D-4D02-B22F-8995EEC04574}" dt="2021-02-20T17:53:01.461" v="217" actId="14100"/>
        <pc:sldMkLst>
          <pc:docMk/>
          <pc:sldMk cId="731008719" sldId="400"/>
        </pc:sldMkLst>
        <pc:spChg chg="mod">
          <ac:chgData name="曹 昱維" userId="611d57ab1da5f08a" providerId="Windows Live" clId="Web-{DE16F67C-512D-4D02-B22F-8995EEC04574}" dt="2021-02-20T17:51:44.225" v="196" actId="20577"/>
          <ac:spMkLst>
            <pc:docMk/>
            <pc:sldMk cId="731008719" sldId="400"/>
            <ac:spMk id="2" creationId="{587D79D1-2D8D-4153-997D-65E5A6F6BC47}"/>
          </ac:spMkLst>
        </pc:spChg>
        <pc:spChg chg="add mod">
          <ac:chgData name="曹 昱維" userId="611d57ab1da5f08a" providerId="Windows Live" clId="Web-{DE16F67C-512D-4D02-B22F-8995EEC04574}" dt="2021-02-20T17:52:49.961" v="213" actId="14100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DE16F67C-512D-4D02-B22F-8995EEC04574}" dt="2021-02-20T17:52:20.601" v="202"/>
          <ac:spMkLst>
            <pc:docMk/>
            <pc:sldMk cId="731008719" sldId="400"/>
            <ac:spMk id="5" creationId="{21B887D9-FE47-44EE-AC3C-ADEA3201E55D}"/>
          </ac:spMkLst>
        </pc:spChg>
        <pc:spChg chg="del">
          <ac:chgData name="曹 昱維" userId="611d57ab1da5f08a" providerId="Windows Live" clId="Web-{DE16F67C-512D-4D02-B22F-8995EEC04574}" dt="2021-02-20T17:00:42.780" v="48"/>
          <ac:spMkLst>
            <pc:docMk/>
            <pc:sldMk cId="731008719" sldId="400"/>
            <ac:spMk id="8" creationId="{59A512D9-2474-42CE-87AF-527DE1393025}"/>
          </ac:spMkLst>
        </pc:spChg>
        <pc:spChg chg="add mod">
          <ac:chgData name="曹 昱維" userId="611d57ab1da5f08a" providerId="Windows Live" clId="Web-{DE16F67C-512D-4D02-B22F-8995EEC04574}" dt="2021-02-20T17:03:04.272" v="64" actId="14100"/>
          <ac:spMkLst>
            <pc:docMk/>
            <pc:sldMk cId="731008719" sldId="400"/>
            <ac:spMk id="9" creationId="{A4F50018-20E2-47FD-A4AA-656D607D5297}"/>
          </ac:spMkLst>
        </pc:spChg>
        <pc:spChg chg="add mod">
          <ac:chgData name="曹 昱維" userId="611d57ab1da5f08a" providerId="Windows Live" clId="Web-{DE16F67C-512D-4D02-B22F-8995EEC04574}" dt="2021-02-20T17:03:11.897" v="67" actId="14100"/>
          <ac:spMkLst>
            <pc:docMk/>
            <pc:sldMk cId="731008719" sldId="400"/>
            <ac:spMk id="10" creationId="{DBDCDE2C-B041-466D-90F1-988B343BF9DC}"/>
          </ac:spMkLst>
        </pc:spChg>
        <pc:spChg chg="add mod">
          <ac:chgData name="曹 昱維" userId="611d57ab1da5f08a" providerId="Windows Live" clId="Web-{DE16F67C-512D-4D02-B22F-8995EEC04574}" dt="2021-02-20T17:10:17.014" v="118" actId="1076"/>
          <ac:spMkLst>
            <pc:docMk/>
            <pc:sldMk cId="731008719" sldId="400"/>
            <ac:spMk id="14" creationId="{F976263B-19CF-4BCE-8844-DA4CBD7D4FE7}"/>
          </ac:spMkLst>
        </pc:spChg>
        <pc:spChg chg="add mod">
          <ac:chgData name="曹 昱維" userId="611d57ab1da5f08a" providerId="Windows Live" clId="Web-{DE16F67C-512D-4D02-B22F-8995EEC04574}" dt="2021-02-20T17:10:23.327" v="121" actId="20577"/>
          <ac:spMkLst>
            <pc:docMk/>
            <pc:sldMk cId="731008719" sldId="400"/>
            <ac:spMk id="15" creationId="{9D195287-2577-4BD1-869F-A4C7176D471A}"/>
          </ac:spMkLst>
        </pc:spChg>
        <pc:spChg chg="add mod">
          <ac:chgData name="曹 昱維" userId="611d57ab1da5f08a" providerId="Windows Live" clId="Web-{DE16F67C-512D-4D02-B22F-8995EEC04574}" dt="2021-02-20T17:53:01.461" v="217" actId="14100"/>
          <ac:spMkLst>
            <pc:docMk/>
            <pc:sldMk cId="731008719" sldId="400"/>
            <ac:spMk id="18" creationId="{083D9BD5-FE01-4CA7-835B-EF10F5E03A7A}"/>
          </ac:spMkLst>
        </pc:spChg>
        <pc:grpChg chg="del">
          <ac:chgData name="曹 昱維" userId="611d57ab1da5f08a" providerId="Windows Live" clId="Web-{DE16F67C-512D-4D02-B22F-8995EEC04574}" dt="2021-02-20T17:00:47.811" v="49"/>
          <ac:grpSpMkLst>
            <pc:docMk/>
            <pc:sldMk cId="731008719" sldId="400"/>
            <ac:grpSpMk id="6" creationId="{61538813-6400-4B0C-A843-4DE6A9B01C16}"/>
          </ac:grpSpMkLst>
        </pc:grpChg>
        <pc:grpChg chg="add del mod">
          <ac:chgData name="曹 昱維" userId="611d57ab1da5f08a" providerId="Windows Live" clId="Web-{DE16F67C-512D-4D02-B22F-8995EEC04574}" dt="2021-02-20T17:51:33.850" v="189"/>
          <ac:grpSpMkLst>
            <pc:docMk/>
            <pc:sldMk cId="731008719" sldId="400"/>
            <ac:grpSpMk id="11" creationId="{02C24B83-8A68-48ED-AEBD-A13E0CC619F8}"/>
          </ac:grpSpMkLst>
        </pc:grpChg>
        <pc:grpChg chg="add del">
          <ac:chgData name="曹 昱維" userId="611d57ab1da5f08a" providerId="Windows Live" clId="Web-{DE16F67C-512D-4D02-B22F-8995EEC04574}" dt="2021-02-20T17:51:33.850" v="187"/>
          <ac:grpSpMkLst>
            <pc:docMk/>
            <pc:sldMk cId="731008719" sldId="400"/>
            <ac:grpSpMk id="16" creationId="{555F9E93-EB39-4632-A329-A756A6B5E01B}"/>
          </ac:grpSpMkLst>
        </pc:grpChg>
        <pc:grpChg chg="add del">
          <ac:chgData name="曹 昱維" userId="611d57ab1da5f08a" providerId="Windows Live" clId="Web-{DE16F67C-512D-4D02-B22F-8995EEC04574}" dt="2021-02-20T17:51:33.850" v="188"/>
          <ac:grpSpMkLst>
            <pc:docMk/>
            <pc:sldMk cId="731008719" sldId="400"/>
            <ac:grpSpMk id="17" creationId="{66629A9C-3EED-4D87-8317-A51133591474}"/>
          </ac:grpSpMkLst>
        </pc:grpChg>
        <pc:picChg chg="add mod">
          <ac:chgData name="曹 昱維" userId="611d57ab1da5f08a" providerId="Windows Live" clId="Web-{DE16F67C-512D-4D02-B22F-8995EEC04574}" dt="2021-02-20T17:52:35.398" v="208" actId="1076"/>
          <ac:picMkLst>
            <pc:docMk/>
            <pc:sldMk cId="731008719" sldId="400"/>
            <ac:picMk id="3" creationId="{5DEA7ADF-6CEA-4E00-8D1B-7F275A5CC59A}"/>
          </ac:picMkLst>
        </pc:picChg>
        <pc:picChg chg="add del mod">
          <ac:chgData name="曹 昱維" userId="611d57ab1da5f08a" providerId="Windows Live" clId="Web-{DE16F67C-512D-4D02-B22F-8995EEC04574}" dt="2021-02-20T17:02:14.985" v="53"/>
          <ac:picMkLst>
            <pc:docMk/>
            <pc:sldMk cId="731008719" sldId="400"/>
            <ac:picMk id="4" creationId="{FB3CCE43-A948-4E56-8779-BD01749BA9EF}"/>
          </ac:picMkLst>
        </pc:picChg>
        <pc:picChg chg="add mod">
          <ac:chgData name="曹 昱維" userId="611d57ab1da5f08a" providerId="Windows Live" clId="Web-{DE16F67C-512D-4D02-B22F-8995EEC04574}" dt="2021-02-20T17:09:39.137" v="101"/>
          <ac:picMkLst>
            <pc:docMk/>
            <pc:sldMk cId="731008719" sldId="400"/>
            <ac:picMk id="7" creationId="{5046ABC1-22E1-4973-8602-C32B6A5EAAC2}"/>
          </ac:picMkLst>
        </pc:picChg>
        <pc:picChg chg="add mod">
          <ac:chgData name="曹 昱維" userId="611d57ab1da5f08a" providerId="Windows Live" clId="Web-{DE16F67C-512D-4D02-B22F-8995EEC04574}" dt="2021-02-20T17:09:50.512" v="105" actId="1076"/>
          <ac:picMkLst>
            <pc:docMk/>
            <pc:sldMk cId="731008719" sldId="400"/>
            <ac:picMk id="12" creationId="{BB949522-643F-40D2-8634-F9FBFDB4C0F5}"/>
          </ac:picMkLst>
        </pc:picChg>
        <pc:picChg chg="add mod">
          <ac:chgData name="曹 昱維" userId="611d57ab1da5f08a" providerId="Windows Live" clId="Web-{DE16F67C-512D-4D02-B22F-8995EEC04574}" dt="2021-02-20T17:09:57.684" v="108" actId="1076"/>
          <ac:picMkLst>
            <pc:docMk/>
            <pc:sldMk cId="731008719" sldId="400"/>
            <ac:picMk id="13" creationId="{132512A4-5178-491B-BE20-9106059EE550}"/>
          </ac:picMkLst>
        </pc:picChg>
      </pc:sldChg>
      <pc:sldChg chg="addSp delSp modSp">
        <pc:chgData name="曹 昱維" userId="611d57ab1da5f08a" providerId="Windows Live" clId="Web-{DE16F67C-512D-4D02-B22F-8995EEC04574}" dt="2021-02-20T17:30:30.546" v="156" actId="14100"/>
        <pc:sldMkLst>
          <pc:docMk/>
          <pc:sldMk cId="2793615648" sldId="401"/>
        </pc:sldMkLst>
        <pc:spChg chg="mod">
          <ac:chgData name="曹 昱維" userId="611d57ab1da5f08a" providerId="Windows Live" clId="Web-{DE16F67C-512D-4D02-B22F-8995EEC04574}" dt="2021-02-20T17:27:34.109" v="133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30:08.326" v="150" actId="14100"/>
          <ac:spMkLst>
            <pc:docMk/>
            <pc:sldMk cId="2793615648" sldId="401"/>
            <ac:spMk id="5" creationId="{98EF9CE3-56A9-4801-8DD5-0A8AA5951927}"/>
          </ac:spMkLst>
        </pc:spChg>
        <pc:spChg chg="add mod">
          <ac:chgData name="曹 昱維" userId="611d57ab1da5f08a" providerId="Windows Live" clId="Web-{DE16F67C-512D-4D02-B22F-8995EEC04574}" dt="2021-02-20T17:30:30.546" v="156" actId="14100"/>
          <ac:spMkLst>
            <pc:docMk/>
            <pc:sldMk cId="2793615648" sldId="401"/>
            <ac:spMk id="7" creationId="{770784FF-C38F-40B0-BC55-9E38DB5BF398}"/>
          </ac:spMkLst>
        </pc:spChg>
        <pc:spChg chg="del">
          <ac:chgData name="曹 昱維" userId="611d57ab1da5f08a" providerId="Windows Live" clId="Web-{DE16F67C-512D-4D02-B22F-8995EEC04574}" dt="2021-02-20T17:27:38.453" v="134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DE16F67C-512D-4D02-B22F-8995EEC04574}" dt="2021-02-20T17:29:39.013" v="142" actId="1076"/>
          <ac:picMkLst>
            <pc:docMk/>
            <pc:sldMk cId="2793615648" sldId="401"/>
            <ac:picMk id="3" creationId="{07DB1EEA-8E38-4621-B1C3-C246D14496C0}"/>
          </ac:picMkLst>
        </pc:picChg>
        <pc:picChg chg="del">
          <ac:chgData name="曹 昱維" userId="611d57ab1da5f08a" providerId="Windows Live" clId="Web-{DE16F67C-512D-4D02-B22F-8995EEC04574}" dt="2021-02-20T17:27:39.875" v="135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mod modClrScheme chgLayout">
        <pc:chgData name="曹 昱維" userId="611d57ab1da5f08a" providerId="Windows Live" clId="Web-{DE16F67C-512D-4D02-B22F-8995EEC04574}" dt="2021-02-20T17:50:35.817" v="184" actId="14100"/>
        <pc:sldMkLst>
          <pc:docMk/>
          <pc:sldMk cId="1765932360" sldId="402"/>
        </pc:sldMkLst>
        <pc:spChg chg="mod">
          <ac:chgData name="曹 昱維" userId="611d57ab1da5f08a" providerId="Windows Live" clId="Web-{DE16F67C-512D-4D02-B22F-8995EEC04574}" dt="2021-02-20T17:50:00.410" v="172"/>
          <ac:spMkLst>
            <pc:docMk/>
            <pc:sldMk cId="1765932360" sldId="402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49:52.238" v="168"/>
          <ac:spMkLst>
            <pc:docMk/>
            <pc:sldMk cId="1765932360" sldId="402"/>
            <ac:spMk id="4" creationId="{028A8B01-C8C2-4834-8289-1316C44079E0}"/>
          </ac:spMkLst>
        </pc:spChg>
        <pc:spChg chg="add del mod">
          <ac:chgData name="曹 昱維" userId="611d57ab1da5f08a" providerId="Windows Live" clId="Web-{DE16F67C-512D-4D02-B22F-8995EEC04574}" dt="2021-02-20T17:49:53.363" v="169"/>
          <ac:spMkLst>
            <pc:docMk/>
            <pc:sldMk cId="1765932360" sldId="402"/>
            <ac:spMk id="6" creationId="{E6DAAE69-F33F-4C80-90D4-56FD6059CEC8}"/>
          </ac:spMkLst>
        </pc:spChg>
        <pc:spChg chg="add mod">
          <ac:chgData name="曹 昱維" userId="611d57ab1da5f08a" providerId="Windows Live" clId="Web-{DE16F67C-512D-4D02-B22F-8995EEC04574}" dt="2021-02-20T17:50:25.379" v="180" actId="1076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DE16F67C-512D-4D02-B22F-8995EEC04574}" dt="2021-02-20T17:47:33.512" v="167"/>
          <ac:spMkLst>
            <pc:docMk/>
            <pc:sldMk cId="1765932360" sldId="402"/>
            <ac:spMk id="10" creationId="{E02915EA-6739-44A2-9756-50272A650B80}"/>
          </ac:spMkLst>
        </pc:spChg>
        <pc:spChg chg="del">
          <ac:chgData name="曹 昱維" userId="611d57ab1da5f08a" providerId="Windows Live" clId="Web-{DE16F67C-512D-4D02-B22F-8995EEC04574}" dt="2021-02-20T17:47:33.449" v="166"/>
          <ac:spMkLst>
            <pc:docMk/>
            <pc:sldMk cId="1765932360" sldId="402"/>
            <ac:spMk id="11" creationId="{8433CF2C-6983-45B3-A568-8352114D610F}"/>
          </ac:spMkLst>
        </pc:spChg>
        <pc:spChg chg="del">
          <ac:chgData name="曹 昱維" userId="611d57ab1da5f08a" providerId="Windows Live" clId="Web-{DE16F67C-512D-4D02-B22F-8995EEC04574}" dt="2021-02-20T17:47:33.387" v="163"/>
          <ac:spMkLst>
            <pc:docMk/>
            <pc:sldMk cId="1765932360" sldId="402"/>
            <ac:spMk id="14" creationId="{B5F1DEA4-CF84-4624-BA65-6C6FB19A23F8}"/>
          </ac:spMkLst>
        </pc:spChg>
        <pc:spChg chg="add mod">
          <ac:chgData name="曹 昱維" userId="611d57ab1da5f08a" providerId="Windows Live" clId="Web-{DE16F67C-512D-4D02-B22F-8995EEC04574}" dt="2021-02-20T17:50:35.817" v="184" actId="1410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DE16F67C-512D-4D02-B22F-8995EEC04574}" dt="2021-02-20T17:50:00.410" v="172"/>
          <ac:picMkLst>
            <pc:docMk/>
            <pc:sldMk cId="1765932360" sldId="402"/>
            <ac:picMk id="7" creationId="{C63FCEF0-FD1D-4A13-AF0C-BAA1A2D6BC79}"/>
          </ac:picMkLst>
        </pc:picChg>
        <pc:picChg chg="del">
          <ac:chgData name="曹 昱維" userId="611d57ab1da5f08a" providerId="Windows Live" clId="Web-{DE16F67C-512D-4D02-B22F-8995EEC04574}" dt="2021-02-20T17:47:33.387" v="165"/>
          <ac:picMkLst>
            <pc:docMk/>
            <pc:sldMk cId="1765932360" sldId="402"/>
            <ac:picMk id="12" creationId="{67A2DD02-C9E9-495A-B842-2F83AF94E9A5}"/>
          </ac:picMkLst>
        </pc:picChg>
        <pc:picChg chg="del">
          <ac:chgData name="曹 昱維" userId="611d57ab1da5f08a" providerId="Windows Live" clId="Web-{DE16F67C-512D-4D02-B22F-8995EEC04574}" dt="2021-02-20T17:47:33.387" v="164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">
        <pc:chgData name="曹 昱維" userId="611d57ab1da5f08a" providerId="Windows Live" clId="Web-{DE16F67C-512D-4D02-B22F-8995EEC04574}" dt="2021-02-20T17:55:52.904" v="249" actId="14100"/>
        <pc:sldMkLst>
          <pc:docMk/>
          <pc:sldMk cId="1518544506" sldId="403"/>
        </pc:sldMkLst>
        <pc:spChg chg="mod">
          <ac:chgData name="曹 昱維" userId="611d57ab1da5f08a" providerId="Windows Live" clId="Web-{DE16F67C-512D-4D02-B22F-8995EEC04574}" dt="2021-02-20T17:54:22.277" v="23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55:05.903" v="234"/>
          <ac:spMkLst>
            <pc:docMk/>
            <pc:sldMk cId="1518544506" sldId="403"/>
            <ac:spMk id="4" creationId="{1C2E3C6B-9F31-420D-8885-2338B4748695}"/>
          </ac:spMkLst>
        </pc:spChg>
        <pc:spChg chg="del">
          <ac:chgData name="曹 昱維" userId="611d57ab1da5f08a" providerId="Windows Live" clId="Web-{DE16F67C-512D-4D02-B22F-8995EEC04574}" dt="2021-02-20T17:54:26.605" v="233"/>
          <ac:spMkLst>
            <pc:docMk/>
            <pc:sldMk cId="1518544506" sldId="403"/>
            <ac:spMk id="6" creationId="{FEF97EE1-839A-4367-9BE5-064DDF4F240D}"/>
          </ac:spMkLst>
        </pc:spChg>
        <pc:spChg chg="add mod">
          <ac:chgData name="曹 昱維" userId="611d57ab1da5f08a" providerId="Windows Live" clId="Web-{DE16F67C-512D-4D02-B22F-8995EEC04574}" dt="2021-02-20T17:55:41.779" v="246" actId="14100"/>
          <ac:spMkLst>
            <pc:docMk/>
            <pc:sldMk cId="1518544506" sldId="403"/>
            <ac:spMk id="8" creationId="{67415500-DADE-4749-ADAD-7BC4F93A31FB}"/>
          </ac:spMkLst>
        </pc:spChg>
        <pc:spChg chg="add mod">
          <ac:chgData name="曹 昱維" userId="611d57ab1da5f08a" providerId="Windows Live" clId="Web-{DE16F67C-512D-4D02-B22F-8995EEC04574}" dt="2021-02-20T17:55:52.904" v="249" actId="14100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5:16.278" v="237" actId="14100"/>
          <ac:picMkLst>
            <pc:docMk/>
            <pc:sldMk cId="1518544506" sldId="403"/>
            <ac:picMk id="5" creationId="{2B1E338D-58EA-4591-896F-3AFD85C7CB01}"/>
          </ac:picMkLst>
        </pc:picChg>
        <pc:picChg chg="del">
          <ac:chgData name="曹 昱維" userId="611d57ab1da5f08a" providerId="Windows Live" clId="Web-{DE16F67C-512D-4D02-B22F-8995EEC04574}" dt="2021-02-20T17:54:26.542" v="232"/>
          <ac:picMkLst>
            <pc:docMk/>
            <pc:sldMk cId="1518544506" sldId="403"/>
            <ac:picMk id="7" creationId="{972C28B2-EBEB-4913-9FCD-97EA9CE3256E}"/>
          </ac:picMkLst>
        </pc:picChg>
      </pc:sldChg>
      <pc:sldChg chg="del">
        <pc:chgData name="曹 昱維" userId="611d57ab1da5f08a" providerId="Windows Live" clId="Web-{DE16F67C-512D-4D02-B22F-8995EEC04574}" dt="2021-02-20T17:53:18.493" v="224"/>
        <pc:sldMkLst>
          <pc:docMk/>
          <pc:sldMk cId="3011707870" sldId="404"/>
        </pc:sldMkLst>
      </pc:sldChg>
      <pc:sldChg chg="del">
        <pc:chgData name="曹 昱維" userId="611d57ab1da5f08a" providerId="Windows Live" clId="Web-{DE16F67C-512D-4D02-B22F-8995EEC04574}" dt="2021-02-20T17:53:18.493" v="223"/>
        <pc:sldMkLst>
          <pc:docMk/>
          <pc:sldMk cId="1714743771" sldId="405"/>
        </pc:sldMkLst>
      </pc:sldChg>
      <pc:sldChg chg="del">
        <pc:chgData name="曹 昱維" userId="611d57ab1da5f08a" providerId="Windows Live" clId="Web-{DE16F67C-512D-4D02-B22F-8995EEC04574}" dt="2021-02-20T17:53:18.493" v="222"/>
        <pc:sldMkLst>
          <pc:docMk/>
          <pc:sldMk cId="996076646" sldId="406"/>
        </pc:sldMkLst>
      </pc:sldChg>
      <pc:sldChg chg="del">
        <pc:chgData name="曹 昱維" userId="611d57ab1da5f08a" providerId="Windows Live" clId="Web-{DE16F67C-512D-4D02-B22F-8995EEC04574}" dt="2021-02-20T17:53:18.493" v="221"/>
        <pc:sldMkLst>
          <pc:docMk/>
          <pc:sldMk cId="3230357714" sldId="407"/>
        </pc:sldMkLst>
      </pc:sldChg>
      <pc:sldChg chg="del">
        <pc:chgData name="曹 昱維" userId="611d57ab1da5f08a" providerId="Windows Live" clId="Web-{DE16F67C-512D-4D02-B22F-8995EEC04574}" dt="2021-02-20T17:53:18.493" v="220"/>
        <pc:sldMkLst>
          <pc:docMk/>
          <pc:sldMk cId="2142289224" sldId="408"/>
        </pc:sldMkLst>
      </pc:sldChg>
      <pc:sldChg chg="del">
        <pc:chgData name="曹 昱維" userId="611d57ab1da5f08a" providerId="Windows Live" clId="Web-{DE16F67C-512D-4D02-B22F-8995EEC04574}" dt="2021-02-20T17:53:18.493" v="219"/>
        <pc:sldMkLst>
          <pc:docMk/>
          <pc:sldMk cId="1727537524" sldId="409"/>
        </pc:sldMkLst>
      </pc:sldChg>
      <pc:sldChg chg="del">
        <pc:chgData name="曹 昱維" userId="611d57ab1da5f08a" providerId="Windows Live" clId="Web-{DE16F67C-512D-4D02-B22F-8995EEC04574}" dt="2021-02-20T17:53:18.493" v="218"/>
        <pc:sldMkLst>
          <pc:docMk/>
          <pc:sldMk cId="10063616" sldId="410"/>
        </pc:sldMkLst>
      </pc:sldChg>
      <pc:sldChg chg="add replId">
        <pc:chgData name="曹 昱維" userId="611d57ab1da5f08a" providerId="Windows Live" clId="Web-{DE16F67C-512D-4D02-B22F-8995EEC04574}" dt="2021-02-20T17:50:48.130" v="185"/>
        <pc:sldMkLst>
          <pc:docMk/>
          <pc:sldMk cId="1766846931" sldId="411"/>
        </pc:sldMkLst>
      </pc:sldChg>
      <pc:sldChg chg="addSp delSp modSp add mod replId modClrScheme chgLayout">
        <pc:chgData name="曹 昱維" userId="611d57ab1da5f08a" providerId="Windows Live" clId="Web-{DE16F67C-512D-4D02-B22F-8995EEC04574}" dt="2021-02-20T17:58:51.866" v="277" actId="14100"/>
        <pc:sldMkLst>
          <pc:docMk/>
          <pc:sldMk cId="3509932495" sldId="412"/>
        </pc:sldMkLst>
        <pc:spChg chg="mod">
          <ac:chgData name="曹 昱維" userId="611d57ab1da5f08a" providerId="Windows Live" clId="Web-{DE16F67C-512D-4D02-B22F-8995EEC04574}" dt="2021-02-20T17:58:02.143" v="266"/>
          <ac:spMkLst>
            <pc:docMk/>
            <pc:sldMk cId="3509932495" sldId="412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58:23.864" v="270" actId="1076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DE16F67C-512D-4D02-B22F-8995EEC04574}" dt="2021-02-20T17:58:51.866" v="277" actId="14100"/>
          <ac:spMkLst>
            <pc:docMk/>
            <pc:sldMk cId="3509932495" sldId="412"/>
            <ac:spMk id="6" creationId="{EFFB895B-435A-44D3-9717-70F546ABDA9B}"/>
          </ac:spMkLst>
        </pc:spChg>
        <pc:spChg chg="del">
          <ac:chgData name="曹 昱維" userId="611d57ab1da5f08a" providerId="Windows Live" clId="Web-{DE16F67C-512D-4D02-B22F-8995EEC04574}" dt="2021-02-20T17:56:40.110" v="259"/>
          <ac:spMkLst>
            <pc:docMk/>
            <pc:sldMk cId="3509932495" sldId="412"/>
            <ac:spMk id="8" creationId="{67415500-DADE-4749-ADAD-7BC4F93A31FB}"/>
          </ac:spMkLst>
        </pc:spChg>
        <pc:spChg chg="del">
          <ac:chgData name="曹 昱維" userId="611d57ab1da5f08a" providerId="Windows Live" clId="Web-{DE16F67C-512D-4D02-B22F-8995EEC04574}" dt="2021-02-20T17:56:41.578" v="260"/>
          <ac:spMkLst>
            <pc:docMk/>
            <pc:sldMk cId="3509932495" sldId="412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8:09.534" v="267" actId="1076"/>
          <ac:picMkLst>
            <pc:docMk/>
            <pc:sldMk cId="3509932495" sldId="412"/>
            <ac:picMk id="3" creationId="{9CC3B7B0-8432-4E6F-A487-8817AE8B9350}"/>
          </ac:picMkLst>
        </pc:picChg>
        <pc:picChg chg="del">
          <ac:chgData name="曹 昱維" userId="611d57ab1da5f08a" providerId="Windows Live" clId="Web-{DE16F67C-512D-4D02-B22F-8995EEC04574}" dt="2021-02-20T17:56:35.609" v="258"/>
          <ac:picMkLst>
            <pc:docMk/>
            <pc:sldMk cId="3509932495" sldId="412"/>
            <ac:picMk id="5" creationId="{2B1E338D-58EA-4591-896F-3AFD85C7CB01}"/>
          </ac:picMkLst>
        </pc:picChg>
      </pc:sldChg>
      <pc:sldChg chg="add del replId">
        <pc:chgData name="曹 昱維" userId="611d57ab1da5f08a" providerId="Windows Live" clId="Web-{DE16F67C-512D-4D02-B22F-8995EEC04574}" dt="2021-02-20T17:56:49.016" v="263"/>
        <pc:sldMkLst>
          <pc:docMk/>
          <pc:sldMk cId="2112653141" sldId="413"/>
        </pc:sldMkLst>
      </pc:sldChg>
    </pc:docChg>
  </pc:docChgLst>
  <pc:docChgLst>
    <pc:chgData name="曹 昱維" userId="611d57ab1da5f08a" providerId="Windows Live" clId="Web-{40381077-D01F-4DB1-8A73-98FC5E307496}"/>
    <pc:docChg chg="modSld">
      <pc:chgData name="曹 昱維" userId="611d57ab1da5f08a" providerId="Windows Live" clId="Web-{40381077-D01F-4DB1-8A73-98FC5E307496}" dt="2021-05-07T13:21:40.453" v="5" actId="20577"/>
      <pc:docMkLst>
        <pc:docMk/>
      </pc:docMkLst>
      <pc:sldChg chg="modSp">
        <pc:chgData name="曹 昱維" userId="611d57ab1da5f08a" providerId="Windows Live" clId="Web-{40381077-D01F-4DB1-8A73-98FC5E307496}" dt="2021-05-07T13:21:40.453" v="5" actId="20577"/>
        <pc:sldMkLst>
          <pc:docMk/>
          <pc:sldMk cId="3599086957" sldId="418"/>
        </pc:sldMkLst>
        <pc:spChg chg="mod">
          <ac:chgData name="曹 昱維" userId="611d57ab1da5f08a" providerId="Windows Live" clId="Web-{40381077-D01F-4DB1-8A73-98FC5E307496}" dt="2021-05-07T13:21:40.453" v="5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  <pc:docChgLst>
    <pc:chgData name="曹 昱維" userId="611d57ab1da5f08a" providerId="Windows Live" clId="Web-{2662DA91-1EEF-4CF7-98AA-9A13081B02FC}"/>
    <pc:docChg chg="addSld modSld sldOrd">
      <pc:chgData name="曹 昱維" userId="611d57ab1da5f08a" providerId="Windows Live" clId="Web-{2662DA91-1EEF-4CF7-98AA-9A13081B02FC}" dt="2021-02-21T15:10:05.882" v="427" actId="1076"/>
      <pc:docMkLst>
        <pc:docMk/>
      </pc:docMkLst>
      <pc:sldChg chg="modSp">
        <pc:chgData name="曹 昱維" userId="611d57ab1da5f08a" providerId="Windows Live" clId="Web-{2662DA91-1EEF-4CF7-98AA-9A13081B02FC}" dt="2021-02-21T09:01:26.253" v="92" actId="20577"/>
        <pc:sldMkLst>
          <pc:docMk/>
          <pc:sldMk cId="479450028" sldId="399"/>
        </pc:sldMkLst>
        <pc:spChg chg="mod">
          <ac:chgData name="曹 昱維" userId="611d57ab1da5f08a" providerId="Windows Live" clId="Web-{2662DA91-1EEF-4CF7-98AA-9A13081B02FC}" dt="2021-02-21T08:46:56.030" v="8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2662DA91-1EEF-4CF7-98AA-9A13081B02FC}" dt="2021-02-21T09:01:26.253" v="92" actId="20577"/>
          <ac:spMkLst>
            <pc:docMk/>
            <pc:sldMk cId="479450028" sldId="399"/>
            <ac:spMk id="4" creationId="{0BE79371-9F01-4287-820D-B77AAA2F0880}"/>
          </ac:spMkLst>
        </pc:spChg>
      </pc:sldChg>
      <pc:sldChg chg="addSp delSp modSp">
        <pc:chgData name="曹 昱維" userId="611d57ab1da5f08a" providerId="Windows Live" clId="Web-{2662DA91-1EEF-4CF7-98AA-9A13081B02FC}" dt="2021-02-21T09:14:26.427" v="197" actId="20577"/>
        <pc:sldMkLst>
          <pc:docMk/>
          <pc:sldMk cId="731008719" sldId="400"/>
        </pc:sldMkLst>
        <pc:spChg chg="mod">
          <ac:chgData name="曹 昱維" userId="611d57ab1da5f08a" providerId="Windows Live" clId="Web-{2662DA91-1EEF-4CF7-98AA-9A13081B02FC}" dt="2021-02-21T09:09:44.827" v="155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2662DA91-1EEF-4CF7-98AA-9A13081B02FC}" dt="2021-02-21T09:09:42.249" v="154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2662DA91-1EEF-4CF7-98AA-9A13081B02FC}" dt="2021-02-21T09:10:12.734" v="159"/>
          <ac:spMkLst>
            <pc:docMk/>
            <pc:sldMk cId="731008719" sldId="400"/>
            <ac:spMk id="5" creationId="{04138D99-A917-4ACF-A8A0-B380B89C7AB5}"/>
          </ac:spMkLst>
        </pc:spChg>
        <pc:spChg chg="add mod">
          <ac:chgData name="曹 昱維" userId="611d57ab1da5f08a" providerId="Windows Live" clId="Web-{2662DA91-1EEF-4CF7-98AA-9A13081B02FC}" dt="2021-02-21T09:14:26.427" v="197" actId="20577"/>
          <ac:spMkLst>
            <pc:docMk/>
            <pc:sldMk cId="731008719" sldId="400"/>
            <ac:spMk id="6" creationId="{15629E39-22BE-423A-B5D5-076D621753F8}"/>
          </ac:spMkLst>
        </pc:spChg>
        <pc:spChg chg="del">
          <ac:chgData name="曹 昱維" userId="611d57ab1da5f08a" providerId="Windows Live" clId="Web-{2662DA91-1EEF-4CF7-98AA-9A13081B02FC}" dt="2021-02-21T09:09:42.249" v="153"/>
          <ac:spMkLst>
            <pc:docMk/>
            <pc:sldMk cId="731008719" sldId="400"/>
            <ac:spMk id="18" creationId="{083D9BD5-FE01-4CA7-835B-EF10F5E03A7A}"/>
          </ac:spMkLst>
        </pc:spChg>
        <pc:picChg chg="del">
          <ac:chgData name="曹 昱維" userId="611d57ab1da5f08a" providerId="Windows Live" clId="Web-{2662DA91-1EEF-4CF7-98AA-9A13081B02FC}" dt="2021-02-21T09:09:38.702" v="152"/>
          <ac:picMkLst>
            <pc:docMk/>
            <pc:sldMk cId="731008719" sldId="400"/>
            <ac:picMk id="3" creationId="{5DEA7ADF-6CEA-4E00-8D1B-7F275A5CC59A}"/>
          </ac:picMkLst>
        </pc:picChg>
      </pc:sldChg>
      <pc:sldChg chg="addSp delSp modSp">
        <pc:chgData name="曹 昱維" userId="611d57ab1da5f08a" providerId="Windows Live" clId="Web-{2662DA91-1EEF-4CF7-98AA-9A13081B02FC}" dt="2021-02-21T15:05:57.798" v="396" actId="20577"/>
        <pc:sldMkLst>
          <pc:docMk/>
          <pc:sldMk cId="2793615648" sldId="401"/>
        </pc:sldMkLst>
        <pc:spChg chg="mod">
          <ac:chgData name="曹 昱維" userId="611d57ab1da5f08a" providerId="Windows Live" clId="Web-{2662DA91-1EEF-4CF7-98AA-9A13081B02FC}" dt="2021-02-21T09:56:44.888" v="270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5:05:57.798" v="396" actId="20577"/>
          <ac:spMkLst>
            <pc:docMk/>
            <pc:sldMk cId="2793615648" sldId="401"/>
            <ac:spMk id="4" creationId="{705EAE18-F06A-4A15-9485-E2A2880BD3B4}"/>
          </ac:spMkLst>
        </pc:spChg>
        <pc:spChg chg="del">
          <ac:chgData name="曹 昱維" userId="611d57ab1da5f08a" providerId="Windows Live" clId="Web-{2662DA91-1EEF-4CF7-98AA-9A13081B02FC}" dt="2021-02-21T09:56:49.670" v="272"/>
          <ac:spMkLst>
            <pc:docMk/>
            <pc:sldMk cId="2793615648" sldId="401"/>
            <ac:spMk id="5" creationId="{98EF9CE3-56A9-4801-8DD5-0A8AA5951927}"/>
          </ac:spMkLst>
        </pc:spChg>
        <pc:spChg chg="del">
          <ac:chgData name="曹 昱維" userId="611d57ab1da5f08a" providerId="Windows Live" clId="Web-{2662DA91-1EEF-4CF7-98AA-9A13081B02FC}" dt="2021-02-21T09:56:49.670" v="271"/>
          <ac:spMkLst>
            <pc:docMk/>
            <pc:sldMk cId="2793615648" sldId="401"/>
            <ac:spMk id="7" creationId="{770784FF-C38F-40B0-BC55-9E38DB5BF398}"/>
          </ac:spMkLst>
        </pc:spChg>
        <pc:picChg chg="del">
          <ac:chgData name="曹 昱維" userId="611d57ab1da5f08a" providerId="Windows Live" clId="Web-{2662DA91-1EEF-4CF7-98AA-9A13081B02FC}" dt="2021-02-21T09:56:49.670" v="273"/>
          <ac:picMkLst>
            <pc:docMk/>
            <pc:sldMk cId="2793615648" sldId="401"/>
            <ac:picMk id="3" creationId="{07DB1EEA-8E38-4621-B1C3-C246D14496C0}"/>
          </ac:picMkLst>
        </pc:picChg>
      </pc:sldChg>
      <pc:sldChg chg="addSp delSp modSp">
        <pc:chgData name="曹 昱維" userId="611d57ab1da5f08a" providerId="Windows Live" clId="Web-{2662DA91-1EEF-4CF7-98AA-9A13081B02FC}" dt="2021-02-21T14:59:50.882" v="353" actId="20577"/>
        <pc:sldMkLst>
          <pc:docMk/>
          <pc:sldMk cId="1765932360" sldId="402"/>
        </pc:sldMkLst>
        <pc:spChg chg="mod">
          <ac:chgData name="曹 昱維" userId="611d57ab1da5f08a" providerId="Windows Live" clId="Web-{2662DA91-1EEF-4CF7-98AA-9A13081B02FC}" dt="2021-02-21T14:59:50.882" v="353" actId="20577"/>
          <ac:spMkLst>
            <pc:docMk/>
            <pc:sldMk cId="1765932360" sldId="402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1:00:18.901" v="339" actId="20577"/>
          <ac:spMkLst>
            <pc:docMk/>
            <pc:sldMk cId="1765932360" sldId="402"/>
            <ac:spMk id="3" creationId="{3EF6C1E8-D516-4F15-BD50-46EBBF80A71D}"/>
          </ac:spMkLst>
        </pc:spChg>
        <pc:spChg chg="del">
          <ac:chgData name="曹 昱維" userId="611d57ab1da5f08a" providerId="Windows Live" clId="Web-{2662DA91-1EEF-4CF7-98AA-9A13081B02FC}" dt="2021-02-21T10:58:58.228" v="331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2662DA91-1EEF-4CF7-98AA-9A13081B02FC}" dt="2021-02-21T10:58:58.228" v="33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2662DA91-1EEF-4CF7-98AA-9A13081B02FC}" dt="2021-02-21T11:01:09.652" v="342" actId="1076"/>
          <ac:picMkLst>
            <pc:docMk/>
            <pc:sldMk cId="1765932360" sldId="402"/>
            <ac:picMk id="4" creationId="{1B82AEAF-31F0-4C5C-939E-683A39E450BE}"/>
          </ac:picMkLst>
        </pc:picChg>
        <pc:picChg chg="del">
          <ac:chgData name="曹 昱維" userId="611d57ab1da5f08a" providerId="Windows Live" clId="Web-{2662DA91-1EEF-4CF7-98AA-9A13081B02FC}" dt="2021-02-21T10:58:58.228" v="332"/>
          <ac:picMkLst>
            <pc:docMk/>
            <pc:sldMk cId="1765932360" sldId="402"/>
            <ac:picMk id="7" creationId="{C63FCEF0-FD1D-4A13-AF0C-BAA1A2D6BC79}"/>
          </ac:picMkLst>
        </pc:picChg>
      </pc:sldChg>
      <pc:sldChg chg="addSp delSp modSp">
        <pc:chgData name="曹 昱維" userId="611d57ab1da5f08a" providerId="Windows Live" clId="Web-{2662DA91-1EEF-4CF7-98AA-9A13081B02FC}" dt="2021-02-21T15:04:29.764" v="381" actId="20577"/>
        <pc:sldMkLst>
          <pc:docMk/>
          <pc:sldMk cId="1518544506" sldId="403"/>
        </pc:sldMkLst>
        <pc:spChg chg="mod">
          <ac:chgData name="曹 昱維" userId="611d57ab1da5f08a" providerId="Windows Live" clId="Web-{2662DA91-1EEF-4CF7-98AA-9A13081B02FC}" dt="2021-02-21T15:04:29.764" v="38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2662DA91-1EEF-4CF7-98AA-9A13081B02FC}" dt="2021-02-21T15:03:12.262" v="365"/>
          <ac:spMkLst>
            <pc:docMk/>
            <pc:sldMk cId="1518544506" sldId="403"/>
            <ac:spMk id="3" creationId="{AE48C46D-A036-4E4B-8CC4-6894761EC554}"/>
          </ac:spMkLst>
        </pc:spChg>
        <pc:spChg chg="del">
          <ac:chgData name="曹 昱維" userId="611d57ab1da5f08a" providerId="Windows Live" clId="Web-{2662DA91-1EEF-4CF7-98AA-9A13081B02FC}" dt="2021-02-21T15:00:05.930" v="360"/>
          <ac:spMkLst>
            <pc:docMk/>
            <pc:sldMk cId="1518544506" sldId="403"/>
            <ac:spMk id="8" creationId="{67415500-DADE-4749-ADAD-7BC4F93A31FB}"/>
          </ac:spMkLst>
        </pc:spChg>
        <pc:spChg chg="del">
          <ac:chgData name="曹 昱維" userId="611d57ab1da5f08a" providerId="Windows Live" clId="Web-{2662DA91-1EEF-4CF7-98AA-9A13081B02FC}" dt="2021-02-21T15:00:05.930" v="359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2662DA91-1EEF-4CF7-98AA-9A13081B02FC}" dt="2021-02-21T15:03:28.325" v="368" actId="1076"/>
          <ac:picMkLst>
            <pc:docMk/>
            <pc:sldMk cId="1518544506" sldId="403"/>
            <ac:picMk id="4" creationId="{734B6B97-F00D-410D-9196-48752A5A758E}"/>
          </ac:picMkLst>
        </pc:picChg>
        <pc:picChg chg="del">
          <ac:chgData name="曹 昱維" userId="611d57ab1da5f08a" providerId="Windows Live" clId="Web-{2662DA91-1EEF-4CF7-98AA-9A13081B02FC}" dt="2021-02-21T15:00:05.930" v="361"/>
          <ac:picMkLst>
            <pc:docMk/>
            <pc:sldMk cId="1518544506" sldId="403"/>
            <ac:picMk id="5" creationId="{2B1E338D-58EA-4591-896F-3AFD85C7CB01}"/>
          </ac:picMkLst>
        </pc:picChg>
      </pc:sldChg>
      <pc:sldChg chg="addSp delSp modSp">
        <pc:chgData name="曹 昱維" userId="611d57ab1da5f08a" providerId="Windows Live" clId="Web-{2662DA91-1EEF-4CF7-98AA-9A13081B02FC}" dt="2021-02-21T09:32:49.077" v="268" actId="20577"/>
        <pc:sldMkLst>
          <pc:docMk/>
          <pc:sldMk cId="1766846931" sldId="411"/>
        </pc:sldMkLst>
        <pc:spChg chg="mod">
          <ac:chgData name="曹 昱維" userId="611d57ab1da5f08a" providerId="Windows Live" clId="Web-{2662DA91-1EEF-4CF7-98AA-9A13081B02FC}" dt="2021-02-21T09:15:15.600" v="203" actId="20577"/>
          <ac:spMkLst>
            <pc:docMk/>
            <pc:sldMk cId="1766846931" sldId="411"/>
            <ac:spMk id="2" creationId="{587D79D1-2D8D-4153-997D-65E5A6F6BC47}"/>
          </ac:spMkLst>
        </pc:spChg>
        <pc:spChg chg="add mod">
          <ac:chgData name="曹 昱維" userId="611d57ab1da5f08a" providerId="Windows Live" clId="Web-{2662DA91-1EEF-4CF7-98AA-9A13081B02FC}" dt="2021-02-21T09:32:49.077" v="268" actId="20577"/>
          <ac:spMkLst>
            <pc:docMk/>
            <pc:sldMk cId="1766846931" sldId="411"/>
            <ac:spMk id="3" creationId="{58589E7E-C5E1-4AAF-99CE-943834FAE1AF}"/>
          </ac:spMkLst>
        </pc:spChg>
        <pc:grpChg chg="del">
          <ac:chgData name="曹 昱維" userId="611d57ab1da5f08a" providerId="Windows Live" clId="Web-{2662DA91-1EEF-4CF7-98AA-9A13081B02FC}" dt="2021-02-21T09:15:19.459" v="206"/>
          <ac:grpSpMkLst>
            <pc:docMk/>
            <pc:sldMk cId="1766846931" sldId="411"/>
            <ac:grpSpMk id="11" creationId="{02C24B83-8A68-48ED-AEBD-A13E0CC619F8}"/>
          </ac:grpSpMkLst>
        </pc:grpChg>
        <pc:grpChg chg="del">
          <ac:chgData name="曹 昱維" userId="611d57ab1da5f08a" providerId="Windows Live" clId="Web-{2662DA91-1EEF-4CF7-98AA-9A13081B02FC}" dt="2021-02-21T09:15:19.459" v="204"/>
          <ac:grpSpMkLst>
            <pc:docMk/>
            <pc:sldMk cId="1766846931" sldId="411"/>
            <ac:grpSpMk id="16" creationId="{555F9E93-EB39-4632-A329-A756A6B5E01B}"/>
          </ac:grpSpMkLst>
        </pc:grpChg>
        <pc:grpChg chg="del">
          <ac:chgData name="曹 昱維" userId="611d57ab1da5f08a" providerId="Windows Live" clId="Web-{2662DA91-1EEF-4CF7-98AA-9A13081B02FC}" dt="2021-02-21T09:15:19.459" v="205"/>
          <ac:grpSpMkLst>
            <pc:docMk/>
            <pc:sldMk cId="1766846931" sldId="411"/>
            <ac:grpSpMk id="17" creationId="{66629A9C-3EED-4D87-8317-A51133591474}"/>
          </ac:grpSpMkLst>
        </pc:grpChg>
      </pc:sldChg>
      <pc:sldChg chg="addSp delSp modSp">
        <pc:chgData name="曹 昱維" userId="611d57ab1da5f08a" providerId="Windows Live" clId="Web-{2662DA91-1EEF-4CF7-98AA-9A13081B02FC}" dt="2021-02-21T15:10:05.882" v="427" actId="1076"/>
        <pc:sldMkLst>
          <pc:docMk/>
          <pc:sldMk cId="3509932495" sldId="412"/>
        </pc:sldMkLst>
        <pc:spChg chg="mod">
          <ac:chgData name="曹 昱維" userId="611d57ab1da5f08a" providerId="Windows Live" clId="Web-{2662DA91-1EEF-4CF7-98AA-9A13081B02FC}" dt="2021-02-21T15:04:23.077" v="379" actId="20577"/>
          <ac:spMkLst>
            <pc:docMk/>
            <pc:sldMk cId="3509932495" sldId="412"/>
            <ac:spMk id="2" creationId="{0AB0D50B-2A75-4639-91F0-3896672FCCEC}"/>
          </ac:spMkLst>
        </pc:spChg>
        <pc:spChg chg="del mod">
          <ac:chgData name="曹 昱維" userId="611d57ab1da5f08a" providerId="Windows Live" clId="Web-{2662DA91-1EEF-4CF7-98AA-9A13081B02FC}" dt="2021-02-21T15:06:24.345" v="404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2662DA91-1EEF-4CF7-98AA-9A13081B02FC}" dt="2021-02-21T15:07:14.393" v="419" actId="20577"/>
          <ac:spMkLst>
            <pc:docMk/>
            <pc:sldMk cId="3509932495" sldId="412"/>
            <ac:spMk id="5" creationId="{AA42B275-6492-406E-BCAF-AE8C2044DCA8}"/>
          </ac:spMkLst>
        </pc:spChg>
        <pc:spChg chg="del">
          <ac:chgData name="曹 昱維" userId="611d57ab1da5f08a" providerId="Windows Live" clId="Web-{2662DA91-1EEF-4CF7-98AA-9A13081B02FC}" dt="2021-02-21T15:06:15.251" v="400"/>
          <ac:spMkLst>
            <pc:docMk/>
            <pc:sldMk cId="3509932495" sldId="412"/>
            <ac:spMk id="6" creationId="{EFFB895B-435A-44D3-9717-70F546ABDA9B}"/>
          </ac:spMkLst>
        </pc:spChg>
        <pc:spChg chg="add mod">
          <ac:chgData name="曹 昱維" userId="611d57ab1da5f08a" providerId="Windows Live" clId="Web-{2662DA91-1EEF-4CF7-98AA-9A13081B02FC}" dt="2021-02-21T15:10:05.882" v="427" actId="1076"/>
          <ac:spMkLst>
            <pc:docMk/>
            <pc:sldMk cId="3509932495" sldId="412"/>
            <ac:spMk id="8" creationId="{5ED5654D-9A35-4315-85D7-355062A1FDF2}"/>
          </ac:spMkLst>
        </pc:spChg>
        <pc:picChg chg="del">
          <ac:chgData name="曹 昱維" userId="611d57ab1da5f08a" providerId="Windows Live" clId="Web-{2662DA91-1EEF-4CF7-98AA-9A13081B02FC}" dt="2021-02-21T15:06:14.189" v="399"/>
          <ac:picMkLst>
            <pc:docMk/>
            <pc:sldMk cId="3509932495" sldId="412"/>
            <ac:picMk id="3" creationId="{9CC3B7B0-8432-4E6F-A487-8817AE8B9350}"/>
          </ac:picMkLst>
        </pc:picChg>
      </pc:sldChg>
      <pc:sldChg chg="modSp add ord replId">
        <pc:chgData name="曹 昱維" userId="611d57ab1da5f08a" providerId="Windows Live" clId="Web-{2662DA91-1EEF-4CF7-98AA-9A13081B02FC}" dt="2021-02-21T09:25:27.574" v="249" actId="20577"/>
        <pc:sldMkLst>
          <pc:docMk/>
          <pc:sldMk cId="2907763767" sldId="413"/>
        </pc:sldMkLst>
        <pc:spChg chg="mod">
          <ac:chgData name="曹 昱維" userId="611d57ab1da5f08a" providerId="Windows Live" clId="Web-{2662DA91-1EEF-4CF7-98AA-9A13081B02FC}" dt="2021-02-21T09:25:27.574" v="249" actId="20577"/>
          <ac:spMkLst>
            <pc:docMk/>
            <pc:sldMk cId="2907763767" sldId="413"/>
            <ac:spMk id="4" creationId="{0BE79371-9F01-4287-820D-B77AAA2F0880}"/>
          </ac:spMkLst>
        </pc:spChg>
      </pc:sldChg>
      <pc:sldChg chg="addSp delSp modSp add replId">
        <pc:chgData name="曹 昱維" userId="611d57ab1da5f08a" providerId="Windows Live" clId="Web-{2662DA91-1EEF-4CF7-98AA-9A13081B02FC}" dt="2021-02-21T15:04:25.905" v="380" actId="20577"/>
        <pc:sldMkLst>
          <pc:docMk/>
          <pc:sldMk cId="2646519830" sldId="414"/>
        </pc:sldMkLst>
        <pc:spChg chg="mod">
          <ac:chgData name="曹 昱維" userId="611d57ab1da5f08a" providerId="Windows Live" clId="Web-{2662DA91-1EEF-4CF7-98AA-9A13081B02FC}" dt="2021-02-21T15:04:25.905" v="380" actId="20577"/>
          <ac:spMkLst>
            <pc:docMk/>
            <pc:sldMk cId="2646519830" sldId="414"/>
            <ac:spMk id="2" creationId="{0AB0D50B-2A75-4639-91F0-3896672FCCEC}"/>
          </ac:spMkLst>
        </pc:spChg>
        <pc:picChg chg="add mod">
          <ac:chgData name="曹 昱維" userId="611d57ab1da5f08a" providerId="Windows Live" clId="Web-{2662DA91-1EEF-4CF7-98AA-9A13081B02FC}" dt="2021-02-21T15:04:01.389" v="375" actId="1076"/>
          <ac:picMkLst>
            <pc:docMk/>
            <pc:sldMk cId="2646519830" sldId="414"/>
            <ac:picMk id="3" creationId="{ECC22170-3A93-45E3-BBA2-6B50BE038A5B}"/>
          </ac:picMkLst>
        </pc:picChg>
        <pc:picChg chg="del">
          <ac:chgData name="曹 昱維" userId="611d57ab1da5f08a" providerId="Windows Live" clId="Web-{2662DA91-1EEF-4CF7-98AA-9A13081B02FC}" dt="2021-02-21T15:03:36.544" v="372"/>
          <ac:picMkLst>
            <pc:docMk/>
            <pc:sldMk cId="2646519830" sldId="414"/>
            <ac:picMk id="4" creationId="{734B6B97-F00D-410D-9196-48752A5A758E}"/>
          </ac:picMkLst>
        </pc:picChg>
      </pc:sldChg>
    </pc:docChg>
  </pc:docChgLst>
  <pc:docChgLst>
    <pc:chgData name="曹 昱維" userId="611d57ab1da5f08a" providerId="Windows Live" clId="Web-{822986ED-2FB4-4142-80B1-47D249D666F3}"/>
    <pc:docChg chg="modSld">
      <pc:chgData name="曹 昱維" userId="611d57ab1da5f08a" providerId="Windows Live" clId="Web-{822986ED-2FB4-4142-80B1-47D249D666F3}" dt="2021-03-02T07:02:55.894" v="7" actId="20577"/>
      <pc:docMkLst>
        <pc:docMk/>
      </pc:docMkLst>
      <pc:sldChg chg="modSp">
        <pc:chgData name="曹 昱維" userId="611d57ab1da5f08a" providerId="Windows Live" clId="Web-{822986ED-2FB4-4142-80B1-47D249D666F3}" dt="2021-03-02T07:02:55.894" v="7" actId="20577"/>
        <pc:sldMkLst>
          <pc:docMk/>
          <pc:sldMk cId="1142469904" sldId="415"/>
        </pc:sldMkLst>
        <pc:spChg chg="mod">
          <ac:chgData name="曹 昱維" userId="611d57ab1da5f08a" providerId="Windows Live" clId="Web-{822986ED-2FB4-4142-80B1-47D249D666F3}" dt="2021-03-02T07:02:55.894" v="7" actId="20577"/>
          <ac:spMkLst>
            <pc:docMk/>
            <pc:sldMk cId="1142469904" sldId="415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13EC3E56-2DA6-4BFA-8696-D810B33563DF}"/>
    <pc:docChg chg="addSld modSld">
      <pc:chgData name="曹 昱維" userId="611d57ab1da5f08a" providerId="Windows Live" clId="Web-{13EC3E56-2DA6-4BFA-8696-D810B33563DF}" dt="2021-02-20T09:50:59.681" v="591" actId="20577"/>
      <pc:docMkLst>
        <pc:docMk/>
      </pc:docMkLst>
      <pc:sldChg chg="modSp">
        <pc:chgData name="曹 昱維" userId="611d57ab1da5f08a" providerId="Windows Live" clId="Web-{13EC3E56-2DA6-4BFA-8696-D810B33563DF}" dt="2021-02-20T08:04:10.956" v="25" actId="20577"/>
        <pc:sldMkLst>
          <pc:docMk/>
          <pc:sldMk cId="2071263905" sldId="331"/>
        </pc:sldMkLst>
        <pc:spChg chg="mod">
          <ac:chgData name="曹 昱維" userId="611d57ab1da5f08a" providerId="Windows Live" clId="Web-{13EC3E56-2DA6-4BFA-8696-D810B33563DF}" dt="2021-02-20T08:04:10.956" v="2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3EC3E56-2DA6-4BFA-8696-D810B33563DF}" dt="2021-02-20T08:03:59.206" v="15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13EC3E56-2DA6-4BFA-8696-D810B33563DF}" dt="2021-02-20T08:18:52.197" v="67" actId="20577"/>
        <pc:sldMkLst>
          <pc:docMk/>
          <pc:sldMk cId="479450028" sldId="399"/>
        </pc:sldMkLst>
        <pc:spChg chg="mod">
          <ac:chgData name="曹 昱維" userId="611d57ab1da5f08a" providerId="Windows Live" clId="Web-{13EC3E56-2DA6-4BFA-8696-D810B33563DF}" dt="2021-02-20T08:05:02.098" v="2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3EC3E56-2DA6-4BFA-8696-D810B33563DF}" dt="2021-02-20T08:18:52.197" v="67" actId="20577"/>
          <ac:spMkLst>
            <pc:docMk/>
            <pc:sldMk cId="479450028" sldId="399"/>
            <ac:spMk id="12" creationId="{86774D70-246A-48AB-8731-3BAF91BC106E}"/>
          </ac:spMkLst>
        </pc:spChg>
        <pc:spChg chg="del">
          <ac:chgData name="曹 昱維" userId="611d57ab1da5f08a" providerId="Windows Live" clId="Web-{13EC3E56-2DA6-4BFA-8696-D810B33563DF}" dt="2021-02-20T08:05:05.535" v="28"/>
          <ac:spMkLst>
            <pc:docMk/>
            <pc:sldMk cId="479450028" sldId="399"/>
            <ac:spMk id="14" creationId="{20594DBC-D827-486A-9510-DBBF8F1F19BE}"/>
          </ac:spMkLst>
        </pc:spChg>
        <pc:picChg chg="add mod">
          <ac:chgData name="曹 昱維" userId="611d57ab1da5f08a" providerId="Windows Live" clId="Web-{13EC3E56-2DA6-4BFA-8696-D810B33563DF}" dt="2021-02-20T08:14:46.878" v="53" actId="14100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">
        <pc:chgData name="曹 昱維" userId="611d57ab1da5f08a" providerId="Windows Live" clId="Web-{13EC3E56-2DA6-4BFA-8696-D810B33563DF}" dt="2021-02-20T08:42:30.702" v="136" actId="1076"/>
        <pc:sldMkLst>
          <pc:docMk/>
          <pc:sldMk cId="731008719" sldId="400"/>
        </pc:sldMkLst>
        <pc:spChg chg="mod">
          <ac:chgData name="曹 昱維" userId="611d57ab1da5f08a" providerId="Windows Live" clId="Web-{13EC3E56-2DA6-4BFA-8696-D810B33563DF}" dt="2021-02-20T08:18:40.025" v="63" actId="20577"/>
          <ac:spMkLst>
            <pc:docMk/>
            <pc:sldMk cId="731008719" sldId="400"/>
            <ac:spMk id="2" creationId="{587D79D1-2D8D-4153-997D-65E5A6F6BC47}"/>
          </ac:spMkLst>
        </pc:spChg>
        <pc:spChg chg="add del mod">
          <ac:chgData name="曹 昱維" userId="611d57ab1da5f08a" providerId="Windows Live" clId="Web-{13EC3E56-2DA6-4BFA-8696-D810B33563DF}" dt="2021-02-20T08:30:30.246" v="103"/>
          <ac:spMkLst>
            <pc:docMk/>
            <pc:sldMk cId="731008719" sldId="400"/>
            <ac:spMk id="4" creationId="{28F236A4-D760-4B48-AC7F-5EE6C01FA5D3}"/>
          </ac:spMkLst>
        </pc:spChg>
        <pc:spChg chg="add mod">
          <ac:chgData name="曹 昱維" userId="611d57ab1da5f08a" providerId="Windows Live" clId="Web-{13EC3E56-2DA6-4BFA-8696-D810B33563DF}" dt="2021-02-20T08:31:30.529" v="130" actId="1076"/>
          <ac:spMkLst>
            <pc:docMk/>
            <pc:sldMk cId="731008719" sldId="400"/>
            <ac:spMk id="5" creationId="{3CB435B2-0AB6-40B5-A8F1-3976E960D53F}"/>
          </ac:spMkLst>
        </pc:spChg>
        <pc:spChg chg="mod">
          <ac:chgData name="曹 昱維" userId="611d57ab1da5f08a" providerId="Windows Live" clId="Web-{13EC3E56-2DA6-4BFA-8696-D810B33563DF}" dt="2021-02-20T08:30:49.527" v="105"/>
          <ac:spMkLst>
            <pc:docMk/>
            <pc:sldMk cId="731008719" sldId="400"/>
            <ac:spMk id="8" creationId="{59A512D9-2474-42CE-87AF-527DE1393025}"/>
          </ac:spMkLst>
        </pc:spChg>
        <pc:grpChg chg="add mod">
          <ac:chgData name="曹 昱維" userId="611d57ab1da5f08a" providerId="Windows Live" clId="Web-{13EC3E56-2DA6-4BFA-8696-D810B33563DF}" dt="2021-02-20T08:42:30.702" v="136" actId="1076"/>
          <ac:grpSpMkLst>
            <pc:docMk/>
            <pc:sldMk cId="731008719" sldId="400"/>
            <ac:grpSpMk id="6" creationId="{61538813-6400-4B0C-A843-4DE6A9B01C16}"/>
          </ac:grpSpMkLst>
        </pc:grpChg>
        <pc:picChg chg="add mod">
          <ac:chgData name="曹 昱維" userId="611d57ab1da5f08a" providerId="Windows Live" clId="Web-{13EC3E56-2DA6-4BFA-8696-D810B33563DF}" dt="2021-02-20T08:31:34.997" v="131" actId="1076"/>
          <ac:picMkLst>
            <pc:docMk/>
            <pc:sldMk cId="731008719" sldId="400"/>
            <ac:picMk id="3" creationId="{7B24182C-66B6-415C-9B29-0815B2E20C51}"/>
          </ac:picMkLst>
        </pc:picChg>
      </pc:sldChg>
      <pc:sldChg chg="addSp delSp modSp">
        <pc:chgData name="曹 昱維" userId="611d57ab1da5f08a" providerId="Windows Live" clId="Web-{13EC3E56-2DA6-4BFA-8696-D810B33563DF}" dt="2021-02-20T08:54:32.923" v="221" actId="1076"/>
        <pc:sldMkLst>
          <pc:docMk/>
          <pc:sldMk cId="2793615648" sldId="401"/>
        </pc:sldMkLst>
        <pc:spChg chg="mod">
          <ac:chgData name="曹 昱維" userId="611d57ab1da5f08a" providerId="Windows Live" clId="Web-{13EC3E56-2DA6-4BFA-8696-D810B33563DF}" dt="2021-02-20T08:42:23.686" v="135" actId="20577"/>
          <ac:spMkLst>
            <pc:docMk/>
            <pc:sldMk cId="2793615648" sldId="401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8:51:30.575" v="196"/>
          <ac:spMkLst>
            <pc:docMk/>
            <pc:sldMk cId="2793615648" sldId="401"/>
            <ac:spMk id="3" creationId="{6BF9852E-D706-46B0-A990-4F933B4B7435}"/>
          </ac:spMkLst>
        </pc:spChg>
        <pc:spChg chg="del mod">
          <ac:chgData name="曹 昱維" userId="611d57ab1da5f08a" providerId="Windows Live" clId="Web-{13EC3E56-2DA6-4BFA-8696-D810B33563DF}" dt="2021-02-20T08:44:51.128" v="139"/>
          <ac:spMkLst>
            <pc:docMk/>
            <pc:sldMk cId="2793615648" sldId="401"/>
            <ac:spMk id="15" creationId="{C7F4E917-86AF-4527-953D-C4A167FB9EC2}"/>
          </ac:spMkLst>
        </pc:spChg>
        <pc:spChg chg="del">
          <ac:chgData name="曹 昱維" userId="611d57ab1da5f08a" providerId="Windows Live" clId="Web-{13EC3E56-2DA6-4BFA-8696-D810B33563DF}" dt="2021-02-20T08:45:27.441" v="156"/>
          <ac:spMkLst>
            <pc:docMk/>
            <pc:sldMk cId="2793615648" sldId="401"/>
            <ac:spMk id="16" creationId="{50B39FA0-DBE8-4E07-A625-1102F177024E}"/>
          </ac:spMkLst>
        </pc:spChg>
        <pc:spChg chg="mod">
          <ac:chgData name="曹 昱維" userId="611d57ab1da5f08a" providerId="Windows Live" clId="Web-{13EC3E56-2DA6-4BFA-8696-D810B33563DF}" dt="2021-02-20T08:54:30.939" v="220" actId="20577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13EC3E56-2DA6-4BFA-8696-D810B33563DF}" dt="2021-02-20T08:54:32.923" v="221" actId="1076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add mod replId modClrScheme chgLayout">
        <pc:chgData name="曹 昱維" userId="611d57ab1da5f08a" providerId="Windows Live" clId="Web-{13EC3E56-2DA6-4BFA-8696-D810B33563DF}" dt="2021-02-20T09:03:44.047" v="292"/>
        <pc:sldMkLst>
          <pc:docMk/>
          <pc:sldMk cId="1765932360" sldId="402"/>
        </pc:sldMkLst>
        <pc:spChg chg="mod ord">
          <ac:chgData name="曹 昱維" userId="611d57ab1da5f08a" providerId="Windows Live" clId="Web-{13EC3E56-2DA6-4BFA-8696-D810B33563DF}" dt="2021-02-20T08:57:29.725" v="234"/>
          <ac:spMkLst>
            <pc:docMk/>
            <pc:sldMk cId="1765932360" sldId="402"/>
            <ac:spMk id="2" creationId="{0AB0D50B-2A75-4639-91F0-3896672FCCEC}"/>
          </ac:spMkLst>
        </pc:spChg>
        <pc:spChg chg="add del mod ord">
          <ac:chgData name="曹 昱維" userId="611d57ab1da5f08a" providerId="Windows Live" clId="Web-{13EC3E56-2DA6-4BFA-8696-D810B33563DF}" dt="2021-02-20T08:57:13.287" v="232"/>
          <ac:spMkLst>
            <pc:docMk/>
            <pc:sldMk cId="1765932360" sldId="402"/>
            <ac:spMk id="3" creationId="{09B85764-D7F0-45DE-8A31-7516B4AA3F47}"/>
          </ac:spMkLst>
        </pc:spChg>
        <pc:spChg chg="add del mod ord">
          <ac:chgData name="曹 昱維" userId="611d57ab1da5f08a" providerId="Windows Live" clId="Web-{13EC3E56-2DA6-4BFA-8696-D810B33563DF}" dt="2021-02-20T08:57:13.287" v="231"/>
          <ac:spMkLst>
            <pc:docMk/>
            <pc:sldMk cId="1765932360" sldId="402"/>
            <ac:spMk id="5" creationId="{845B7A15-9CEA-41C4-86A6-2C4DEF5FCCA6}"/>
          </ac:spMkLst>
        </pc:spChg>
        <pc:spChg chg="add del mod ord">
          <ac:chgData name="曹 昱維" userId="611d57ab1da5f08a" providerId="Windows Live" clId="Web-{13EC3E56-2DA6-4BFA-8696-D810B33563DF}" dt="2021-02-20T08:57:13.271" v="230"/>
          <ac:spMkLst>
            <pc:docMk/>
            <pc:sldMk cId="1765932360" sldId="402"/>
            <ac:spMk id="6" creationId="{49AE8E6D-4836-4C7D-A605-CADF37E36425}"/>
          </ac:spMkLst>
        </pc:spChg>
        <pc:spChg chg="add del mod ord">
          <ac:chgData name="曹 昱維" userId="611d57ab1da5f08a" providerId="Windows Live" clId="Web-{13EC3E56-2DA6-4BFA-8696-D810B33563DF}" dt="2021-02-20T08:57:13.271" v="229"/>
          <ac:spMkLst>
            <pc:docMk/>
            <pc:sldMk cId="1765932360" sldId="402"/>
            <ac:spMk id="7" creationId="{1F171936-AB17-4712-94C5-C3B005E1AD5D}"/>
          </ac:spMkLst>
        </pc:spChg>
        <pc:spChg chg="add del mod ord">
          <ac:chgData name="曹 昱維" userId="611d57ab1da5f08a" providerId="Windows Live" clId="Web-{13EC3E56-2DA6-4BFA-8696-D810B33563DF}" dt="2021-02-20T08:59:00.680" v="260"/>
          <ac:spMkLst>
            <pc:docMk/>
            <pc:sldMk cId="1765932360" sldId="402"/>
            <ac:spMk id="8" creationId="{9C599A66-9092-46DA-B27B-0703F37DDBBB}"/>
          </ac:spMkLst>
        </pc:spChg>
        <pc:spChg chg="add del mod ord">
          <ac:chgData name="曹 昱維" userId="611d57ab1da5f08a" providerId="Windows Live" clId="Web-{13EC3E56-2DA6-4BFA-8696-D810B33563DF}" dt="2021-02-20T08:59:09.071" v="265"/>
          <ac:spMkLst>
            <pc:docMk/>
            <pc:sldMk cId="1765932360" sldId="402"/>
            <ac:spMk id="9" creationId="{4EE4C85A-539B-4944-AD9D-ED18DB1EE909}"/>
          </ac:spMkLst>
        </pc:spChg>
        <pc:spChg chg="add mod ord">
          <ac:chgData name="曹 昱維" userId="611d57ab1da5f08a" providerId="Windows Live" clId="Web-{13EC3E56-2DA6-4BFA-8696-D810B33563DF}" dt="2021-02-20T09:02:34.389" v="284" actId="1076"/>
          <ac:spMkLst>
            <pc:docMk/>
            <pc:sldMk cId="1765932360" sldId="402"/>
            <ac:spMk id="10" creationId="{E02915EA-6739-44A2-9756-50272A650B80}"/>
          </ac:spMkLst>
        </pc:spChg>
        <pc:spChg chg="add mod ord">
          <ac:chgData name="曹 昱維" userId="611d57ab1da5f08a" providerId="Windows Live" clId="Web-{13EC3E56-2DA6-4BFA-8696-D810B33563DF}" dt="2021-02-20T09:02:48.014" v="285" actId="1076"/>
          <ac:spMkLst>
            <pc:docMk/>
            <pc:sldMk cId="1765932360" sldId="402"/>
            <ac:spMk id="11" creationId="{8433CF2C-6983-45B3-A568-8352114D610F}"/>
          </ac:spMkLst>
        </pc:spChg>
        <pc:spChg chg="add mod">
          <ac:chgData name="曹 昱維" userId="611d57ab1da5f08a" providerId="Windows Live" clId="Web-{13EC3E56-2DA6-4BFA-8696-D810B33563DF}" dt="2021-02-20T09:03:44.047" v="292"/>
          <ac:spMkLst>
            <pc:docMk/>
            <pc:sldMk cId="1765932360" sldId="402"/>
            <ac:spMk id="14" creationId="{B5F1DEA4-CF84-4624-BA65-6C6FB19A23F8}"/>
          </ac:spMkLst>
        </pc:spChg>
        <pc:spChg chg="del">
          <ac:chgData name="曹 昱維" userId="611d57ab1da5f08a" providerId="Windows Live" clId="Web-{13EC3E56-2DA6-4BFA-8696-D810B33563DF}" dt="2021-02-20T08:57:13.271" v="228"/>
          <ac:spMkLst>
            <pc:docMk/>
            <pc:sldMk cId="1765932360" sldId="402"/>
            <ac:spMk id="17" creationId="{3A7F783E-0232-4C13-BB2F-DF9501D09037}"/>
          </ac:spMkLst>
        </pc:spChg>
        <pc:picChg chg="del">
          <ac:chgData name="曹 昱維" userId="611d57ab1da5f08a" providerId="Windows Live" clId="Web-{13EC3E56-2DA6-4BFA-8696-D810B33563DF}" dt="2021-02-20T08:57:13.271" v="227"/>
          <ac:picMkLst>
            <pc:docMk/>
            <pc:sldMk cId="1765932360" sldId="402"/>
            <ac:picMk id="4" creationId="{82D1B59F-074D-4560-8ED3-62025275D123}"/>
          </ac:picMkLst>
        </pc:picChg>
        <pc:picChg chg="add mod">
          <ac:chgData name="曹 昱維" userId="611d57ab1da5f08a" providerId="Windows Live" clId="Web-{13EC3E56-2DA6-4BFA-8696-D810B33563DF}" dt="2021-02-20T09:02:30.185" v="283" actId="1076"/>
          <ac:picMkLst>
            <pc:docMk/>
            <pc:sldMk cId="1765932360" sldId="402"/>
            <ac:picMk id="12" creationId="{67A2DD02-C9E9-495A-B842-2F83AF94E9A5}"/>
          </ac:picMkLst>
        </pc:picChg>
        <pc:picChg chg="add mod">
          <ac:chgData name="曹 昱維" userId="611d57ab1da5f08a" providerId="Windows Live" clId="Web-{13EC3E56-2DA6-4BFA-8696-D810B33563DF}" dt="2021-02-20T09:02:28.326" v="282" actId="14100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19:03.601" v="330"/>
        <pc:sldMkLst>
          <pc:docMk/>
          <pc:sldMk cId="1518544506" sldId="403"/>
        </pc:sldMkLst>
        <pc:spChg chg="mod">
          <ac:chgData name="曹 昱維" userId="611d57ab1da5f08a" providerId="Windows Live" clId="Web-{13EC3E56-2DA6-4BFA-8696-D810B33563DF}" dt="2021-02-20T09:11:44.699" v="296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17:51.131" v="317"/>
          <ac:spMkLst>
            <pc:docMk/>
            <pc:sldMk cId="1518544506" sldId="403"/>
            <ac:spMk id="4" creationId="{69AF3F7D-B86C-43C5-9B1A-498AAA40FF84}"/>
          </ac:spMkLst>
        </pc:spChg>
        <pc:spChg chg="add mod">
          <ac:chgData name="曹 昱維" userId="611d57ab1da5f08a" providerId="Windows Live" clId="Web-{13EC3E56-2DA6-4BFA-8696-D810B33563DF}" dt="2021-02-20T09:18:56.460" v="327" actId="14100"/>
          <ac:spMkLst>
            <pc:docMk/>
            <pc:sldMk cId="1518544506" sldId="403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11:48.153" v="301"/>
          <ac:spMkLst>
            <pc:docMk/>
            <pc:sldMk cId="1518544506" sldId="403"/>
            <ac:spMk id="10" creationId="{E02915EA-6739-44A2-9756-50272A650B80}"/>
          </ac:spMkLst>
        </pc:spChg>
        <pc:spChg chg="del">
          <ac:chgData name="曹 昱維" userId="611d57ab1da5f08a" providerId="Windows Live" clId="Web-{13EC3E56-2DA6-4BFA-8696-D810B33563DF}" dt="2021-02-20T09:11:48.090" v="300"/>
          <ac:spMkLst>
            <pc:docMk/>
            <pc:sldMk cId="1518544506" sldId="403"/>
            <ac:spMk id="11" creationId="{8433CF2C-6983-45B3-A568-8352114D610F}"/>
          </ac:spMkLst>
        </pc:spChg>
        <pc:spChg chg="del">
          <ac:chgData name="曹 昱維" userId="611d57ab1da5f08a" providerId="Windows Live" clId="Web-{13EC3E56-2DA6-4BFA-8696-D810B33563DF}" dt="2021-02-20T09:11:48.028" v="297"/>
          <ac:spMkLst>
            <pc:docMk/>
            <pc:sldMk cId="1518544506" sldId="403"/>
            <ac:spMk id="14" creationId="{B5F1DEA4-CF84-4624-BA65-6C6FB19A23F8}"/>
          </ac:spMkLst>
        </pc:spChg>
        <pc:picChg chg="add mod">
          <ac:chgData name="曹 昱維" userId="611d57ab1da5f08a" providerId="Windows Live" clId="Web-{13EC3E56-2DA6-4BFA-8696-D810B33563DF}" dt="2021-02-20T09:18:59.601" v="328" actId="1076"/>
          <ac:picMkLst>
            <pc:docMk/>
            <pc:sldMk cId="1518544506" sldId="403"/>
            <ac:picMk id="7" creationId="{972C28B2-EBEB-4913-9FCD-97EA9CE3256E}"/>
          </ac:picMkLst>
        </pc:picChg>
        <pc:picChg chg="del">
          <ac:chgData name="曹 昱維" userId="611d57ab1da5f08a" providerId="Windows Live" clId="Web-{13EC3E56-2DA6-4BFA-8696-D810B33563DF}" dt="2021-02-20T09:11:48.028" v="299"/>
          <ac:picMkLst>
            <pc:docMk/>
            <pc:sldMk cId="1518544506" sldId="403"/>
            <ac:picMk id="12" creationId="{67A2DD02-C9E9-495A-B842-2F83AF94E9A5}"/>
          </ac:picMkLst>
        </pc:picChg>
        <pc:picChg chg="del">
          <ac:chgData name="曹 昱維" userId="611d57ab1da5f08a" providerId="Windows Live" clId="Web-{13EC3E56-2DA6-4BFA-8696-D810B33563DF}" dt="2021-02-20T09:11:48.028" v="298"/>
          <ac:picMkLst>
            <pc:docMk/>
            <pc:sldMk cId="1518544506" sldId="403"/>
            <ac:picMk id="13" creationId="{BD759ECB-6669-4E8A-99B4-5D9F35C76A8E}"/>
          </ac:picMkLst>
        </pc:picChg>
        <pc:picChg chg="add del">
          <ac:chgData name="曹 昱維" userId="611d57ab1da5f08a" providerId="Windows Live" clId="Web-{13EC3E56-2DA6-4BFA-8696-D810B33563DF}" dt="2021-02-20T09:19:03.601" v="330"/>
          <ac:picMkLst>
            <pc:docMk/>
            <pc:sldMk cId="1518544506" sldId="403"/>
            <ac:picMk id="15" creationId="{1BAB68A2-0D9E-43AA-BA9B-444105022832}"/>
          </ac:picMkLst>
        </pc:picChg>
      </pc:sldChg>
      <pc:sldChg chg="addSp modSp add replId">
        <pc:chgData name="曹 昱維" userId="611d57ab1da5f08a" providerId="Windows Live" clId="Web-{13EC3E56-2DA6-4BFA-8696-D810B33563DF}" dt="2021-02-20T09:22:09.637" v="392" actId="1076"/>
        <pc:sldMkLst>
          <pc:docMk/>
          <pc:sldMk cId="3011707870" sldId="404"/>
        </pc:sldMkLst>
        <pc:spChg chg="add mod">
          <ac:chgData name="曹 昱維" userId="611d57ab1da5f08a" providerId="Windows Live" clId="Web-{13EC3E56-2DA6-4BFA-8696-D810B33563DF}" dt="2021-02-20T09:21:54.152" v="383" actId="14100"/>
          <ac:spMkLst>
            <pc:docMk/>
            <pc:sldMk cId="3011707870" sldId="404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0:44.713" v="357" actId="20577"/>
          <ac:spMkLst>
            <pc:docMk/>
            <pc:sldMk cId="3011707870" sldId="404"/>
            <ac:spMk id="6" creationId="{FEF97EE1-839A-4367-9BE5-064DDF4F240D}"/>
          </ac:spMkLst>
        </pc:spChg>
        <pc:spChg chg="add mod">
          <ac:chgData name="曹 昱維" userId="611d57ab1da5f08a" providerId="Windows Live" clId="Web-{13EC3E56-2DA6-4BFA-8696-D810B33563DF}" dt="2021-02-20T09:22:09.637" v="392" actId="1076"/>
          <ac:spMkLst>
            <pc:docMk/>
            <pc:sldMk cId="3011707870" sldId="404"/>
            <ac:spMk id="8" creationId="{F8D53CA9-F723-4650-8E7B-4C61F46E5C6F}"/>
          </ac:spMkLst>
        </pc:spChg>
        <pc:picChg chg="add mod">
          <ac:chgData name="曹 昱維" userId="611d57ab1da5f08a" providerId="Windows Live" clId="Web-{13EC3E56-2DA6-4BFA-8696-D810B33563DF}" dt="2021-02-20T09:21:18.948" v="365" actId="1076"/>
          <ac:picMkLst>
            <pc:docMk/>
            <pc:sldMk cId="3011707870" sldId="404"/>
            <ac:picMk id="3" creationId="{F7CBAE61-0229-4FA2-AC28-9D08B7C4FB3D}"/>
          </ac:picMkLst>
        </pc:picChg>
        <pc:picChg chg="mod">
          <ac:chgData name="曹 昱維" userId="611d57ab1da5f08a" providerId="Windows Live" clId="Web-{13EC3E56-2DA6-4BFA-8696-D810B33563DF}" dt="2021-02-20T09:20:51.213" v="360" actId="1076"/>
          <ac:picMkLst>
            <pc:docMk/>
            <pc:sldMk cId="3011707870" sldId="404"/>
            <ac:picMk id="7" creationId="{972C28B2-EBEB-4913-9FCD-97EA9CE3256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23:22.405" v="403" actId="1076"/>
        <pc:sldMkLst>
          <pc:docMk/>
          <pc:sldMk cId="1714743771" sldId="405"/>
        </pc:sldMkLst>
        <pc:spChg chg="del">
          <ac:chgData name="曹 昱維" userId="611d57ab1da5f08a" providerId="Windows Live" clId="Web-{13EC3E56-2DA6-4BFA-8696-D810B33563DF}" dt="2021-02-20T09:23:14.842" v="399"/>
          <ac:spMkLst>
            <pc:docMk/>
            <pc:sldMk cId="1714743771" sldId="405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2:47.044" v="396" actId="20577"/>
          <ac:spMkLst>
            <pc:docMk/>
            <pc:sldMk cId="1714743771" sldId="405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23:14.842" v="398"/>
          <ac:spMkLst>
            <pc:docMk/>
            <pc:sldMk cId="1714743771" sldId="405"/>
            <ac:spMk id="8" creationId="{F8D53CA9-F723-4650-8E7B-4C61F46E5C6F}"/>
          </ac:spMkLst>
        </pc:spChg>
        <pc:picChg chg="del">
          <ac:chgData name="曹 昱維" userId="611d57ab1da5f08a" providerId="Windows Live" clId="Web-{13EC3E56-2DA6-4BFA-8696-D810B33563DF}" dt="2021-02-20T09:23:14.842" v="400"/>
          <ac:picMkLst>
            <pc:docMk/>
            <pc:sldMk cId="1714743771" sldId="405"/>
            <ac:picMk id="3" creationId="{F7CBAE61-0229-4FA2-AC28-9D08B7C4FB3D}"/>
          </ac:picMkLst>
        </pc:picChg>
        <pc:picChg chg="add mod">
          <ac:chgData name="曹 昱維" userId="611d57ab1da5f08a" providerId="Windows Live" clId="Web-{13EC3E56-2DA6-4BFA-8696-D810B33563DF}" dt="2021-02-20T09:23:22.405" v="403" actId="1076"/>
          <ac:picMkLst>
            <pc:docMk/>
            <pc:sldMk cId="1714743771" sldId="405"/>
            <ac:picMk id="5" creationId="{D2FD0AAD-5282-4083-BD26-24431BA7A2F9}"/>
          </ac:picMkLst>
        </pc:picChg>
        <pc:picChg chg="del">
          <ac:chgData name="曹 昱維" userId="611d57ab1da5f08a" providerId="Windows Live" clId="Web-{13EC3E56-2DA6-4BFA-8696-D810B33563DF}" dt="2021-02-20T09:23:14.842" v="401"/>
          <ac:picMkLst>
            <pc:docMk/>
            <pc:sldMk cId="1714743771" sldId="405"/>
            <ac:picMk id="7" creationId="{972C28B2-EBEB-4913-9FCD-97EA9CE3256E}"/>
          </ac:picMkLst>
        </pc:picChg>
      </pc:sldChg>
      <pc:sldChg chg="delSp modSp add replId">
        <pc:chgData name="曹 昱維" userId="611d57ab1da5f08a" providerId="Windows Live" clId="Web-{13EC3E56-2DA6-4BFA-8696-D810B33563DF}" dt="2021-02-20T09:29:30.023" v="446" actId="20577"/>
        <pc:sldMkLst>
          <pc:docMk/>
          <pc:sldMk cId="996076646" sldId="406"/>
        </pc:sldMkLst>
        <pc:spChg chg="mod">
          <ac:chgData name="曹 昱維" userId="611d57ab1da5f08a" providerId="Windows Live" clId="Web-{13EC3E56-2DA6-4BFA-8696-D810B33563DF}" dt="2021-02-20T09:29:30.023" v="446" actId="20577"/>
          <ac:spMkLst>
            <pc:docMk/>
            <pc:sldMk cId="996076646" sldId="406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25:03.391" v="410"/>
          <ac:picMkLst>
            <pc:docMk/>
            <pc:sldMk cId="996076646" sldId="406"/>
            <ac:picMk id="5" creationId="{D2FD0AAD-5282-4083-BD26-24431BA7A2F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32:58.466" v="465" actId="1076"/>
        <pc:sldMkLst>
          <pc:docMk/>
          <pc:sldMk cId="3230357714" sldId="407"/>
        </pc:sldMkLst>
        <pc:spChg chg="mod">
          <ac:chgData name="曹 昱維" userId="611d57ab1da5f08a" providerId="Windows Live" clId="Web-{13EC3E56-2DA6-4BFA-8696-D810B33563DF}" dt="2021-02-20T09:26:55.738" v="422" actId="20577"/>
          <ac:spMkLst>
            <pc:docMk/>
            <pc:sldMk cId="3230357714" sldId="407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32:39.622" v="462"/>
          <ac:spMkLst>
            <pc:docMk/>
            <pc:sldMk cId="3230357714" sldId="407"/>
            <ac:spMk id="3" creationId="{DD879C13-CD79-4E94-8264-452C0E3C635A}"/>
          </ac:spMkLst>
        </pc:spChg>
        <pc:spChg chg="mod">
          <ac:chgData name="曹 昱維" userId="611d57ab1da5f08a" providerId="Windows Live" clId="Web-{13EC3E56-2DA6-4BFA-8696-D810B33563DF}" dt="2021-02-20T09:32:10.856" v="458" actId="14100"/>
          <ac:spMkLst>
            <pc:docMk/>
            <pc:sldMk cId="3230357714" sldId="407"/>
            <ac:spMk id="6" creationId="{FEF97EE1-839A-4367-9BE5-064DDF4F240D}"/>
          </ac:spMkLst>
        </pc:spChg>
        <pc:picChg chg="add mod">
          <ac:chgData name="曹 昱維" userId="611d57ab1da5f08a" providerId="Windows Live" clId="Web-{13EC3E56-2DA6-4BFA-8696-D810B33563DF}" dt="2021-02-20T09:32:58.466" v="465" actId="1076"/>
          <ac:picMkLst>
            <pc:docMk/>
            <pc:sldMk cId="3230357714" sldId="407"/>
            <ac:picMk id="4" creationId="{35F6A476-933A-4F7A-8859-8C908FE221C1}"/>
          </ac:picMkLst>
        </pc:picChg>
      </pc:sldChg>
      <pc:sldChg chg="addSp modSp add replId">
        <pc:chgData name="曹 昱維" userId="611d57ab1da5f08a" providerId="Windows Live" clId="Web-{13EC3E56-2DA6-4BFA-8696-D810B33563DF}" dt="2021-02-20T09:34:10.890" v="478" actId="1076"/>
        <pc:sldMkLst>
          <pc:docMk/>
          <pc:sldMk cId="2142289224" sldId="408"/>
        </pc:sldMkLst>
        <pc:spChg chg="add mod">
          <ac:chgData name="曹 昱維" userId="611d57ab1da5f08a" providerId="Windows Live" clId="Web-{13EC3E56-2DA6-4BFA-8696-D810B33563DF}" dt="2021-02-20T09:34:06.796" v="477" actId="1076"/>
          <ac:spMkLst>
            <pc:docMk/>
            <pc:sldMk cId="2142289224" sldId="408"/>
            <ac:spMk id="3" creationId="{33AA4F2B-0428-40F3-B3F1-5C63492EF3C5}"/>
          </ac:spMkLst>
        </pc:spChg>
        <pc:spChg chg="mod">
          <ac:chgData name="曹 昱維" userId="611d57ab1da5f08a" providerId="Windows Live" clId="Web-{13EC3E56-2DA6-4BFA-8696-D810B33563DF}" dt="2021-02-20T09:34:10.890" v="478" actId="1076"/>
          <ac:spMkLst>
            <pc:docMk/>
            <pc:sldMk cId="2142289224" sldId="408"/>
            <ac:spMk id="6" creationId="{FEF97EE1-839A-4367-9BE5-064DDF4F240D}"/>
          </ac:spMkLst>
        </pc:spChg>
        <pc:picChg chg="mod">
          <ac:chgData name="曹 昱維" userId="611d57ab1da5f08a" providerId="Windows Live" clId="Web-{13EC3E56-2DA6-4BFA-8696-D810B33563DF}" dt="2021-02-20T09:33:43.217" v="467" actId="1076"/>
          <ac:picMkLst>
            <pc:docMk/>
            <pc:sldMk cId="2142289224" sldId="408"/>
            <ac:picMk id="4" creationId="{35F6A476-933A-4F7A-8859-8C908FE221C1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40:17.383" v="555" actId="14100"/>
        <pc:sldMkLst>
          <pc:docMk/>
          <pc:sldMk cId="1727537524" sldId="409"/>
        </pc:sldMkLst>
        <pc:spChg chg="del mod">
          <ac:chgData name="曹 昱維" userId="611d57ab1da5f08a" providerId="Windows Live" clId="Web-{13EC3E56-2DA6-4BFA-8696-D810B33563DF}" dt="2021-02-20T09:39:05.319" v="544"/>
          <ac:spMkLst>
            <pc:docMk/>
            <pc:sldMk cId="1727537524" sldId="409"/>
            <ac:spMk id="3" creationId="{33AA4F2B-0428-40F3-B3F1-5C63492EF3C5}"/>
          </ac:spMkLst>
        </pc:spChg>
        <pc:spChg chg="add del mod">
          <ac:chgData name="曹 昱維" userId="611d57ab1da5f08a" providerId="Windows Live" clId="Web-{13EC3E56-2DA6-4BFA-8696-D810B33563DF}" dt="2021-02-20T09:39:33.882" v="549"/>
          <ac:spMkLst>
            <pc:docMk/>
            <pc:sldMk cId="1727537524" sldId="409"/>
            <ac:spMk id="5" creationId="{BE63B5C9-21AE-45E7-B842-97FCC3C38CFC}"/>
          </ac:spMkLst>
        </pc:spChg>
        <pc:spChg chg="mod">
          <ac:chgData name="曹 昱維" userId="611d57ab1da5f08a" providerId="Windows Live" clId="Web-{13EC3E56-2DA6-4BFA-8696-D810B33563DF}" dt="2021-02-20T09:40:14.227" v="554" actId="1076"/>
          <ac:spMkLst>
            <pc:docMk/>
            <pc:sldMk cId="1727537524" sldId="409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36:48.034" v="528"/>
          <ac:picMkLst>
            <pc:docMk/>
            <pc:sldMk cId="1727537524" sldId="409"/>
            <ac:picMk id="4" creationId="{35F6A476-933A-4F7A-8859-8C908FE221C1}"/>
          </ac:picMkLst>
        </pc:picChg>
        <pc:picChg chg="add mod">
          <ac:chgData name="曹 昱維" userId="611d57ab1da5f08a" providerId="Windows Live" clId="Web-{13EC3E56-2DA6-4BFA-8696-D810B33563DF}" dt="2021-02-20T09:40:17.383" v="555" actId="14100"/>
          <ac:picMkLst>
            <pc:docMk/>
            <pc:sldMk cId="1727537524" sldId="409"/>
            <ac:picMk id="7" creationId="{374AD789-BEFB-4EA7-BF28-ADBF1EA718B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50:59.681" v="591" actId="20577"/>
        <pc:sldMkLst>
          <pc:docMk/>
          <pc:sldMk cId="10063616" sldId="410"/>
        </pc:sldMkLst>
        <pc:spChg chg="mod">
          <ac:chgData name="曹 昱維" userId="611d57ab1da5f08a" providerId="Windows Live" clId="Web-{13EC3E56-2DA6-4BFA-8696-D810B33563DF}" dt="2021-02-20T09:48:51.646" v="570" actId="20577"/>
          <ac:spMkLst>
            <pc:docMk/>
            <pc:sldMk cId="10063616" sldId="410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50:14.914" v="582"/>
          <ac:spMkLst>
            <pc:docMk/>
            <pc:sldMk cId="10063616" sldId="410"/>
            <ac:spMk id="3" creationId="{0B727785-636E-43A5-8860-C5644C82E701}"/>
          </ac:spMkLst>
        </pc:spChg>
        <pc:spChg chg="mod">
          <ac:chgData name="曹 昱維" userId="611d57ab1da5f08a" providerId="Windows Live" clId="Web-{13EC3E56-2DA6-4BFA-8696-D810B33563DF}" dt="2021-02-20T09:50:59.681" v="591" actId="20577"/>
          <ac:spMkLst>
            <pc:docMk/>
            <pc:sldMk cId="10063616" sldId="410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49:19.366" v="575"/>
          <ac:picMkLst>
            <pc:docMk/>
            <pc:sldMk cId="10063616" sldId="410"/>
            <ac:picMk id="7" creationId="{374AD789-BEFB-4EA7-BF28-ADBF1EA718B9}"/>
          </ac:picMkLst>
        </pc:picChg>
      </pc:sldChg>
    </pc:docChg>
  </pc:docChgLst>
  <pc:docChgLst>
    <pc:chgData name="曹 昱維" userId="611d57ab1da5f08a" providerId="Windows Live" clId="Web-{B8AE8DE9-B709-42A2-9445-06AE81E152E4}"/>
    <pc:docChg chg="modSld">
      <pc:chgData name="曹 昱維" userId="611d57ab1da5f08a" providerId="Windows Live" clId="Web-{B8AE8DE9-B709-42A2-9445-06AE81E152E4}" dt="2021-02-23T09:27:48.338" v="4" actId="20577"/>
      <pc:docMkLst>
        <pc:docMk/>
      </pc:docMkLst>
      <pc:sldChg chg="modSp">
        <pc:chgData name="曹 昱維" userId="611d57ab1da5f08a" providerId="Windows Live" clId="Web-{B8AE8DE9-B709-42A2-9445-06AE81E152E4}" dt="2021-02-23T09:27:48.338" v="4" actId="20577"/>
        <pc:sldMkLst>
          <pc:docMk/>
          <pc:sldMk cId="3599086957" sldId="418"/>
        </pc:sldMkLst>
        <pc:spChg chg="mod">
          <ac:chgData name="曹 昱維" userId="611d57ab1da5f08a" providerId="Windows Live" clId="Web-{B8AE8DE9-B709-42A2-9445-06AE81E152E4}" dt="2021-02-23T09:27:48.338" v="4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581700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79002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11849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584608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497890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765577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if the form data was already parsed this method will not return anything as form data parsing does not cache the data like this method does.</a:t>
            </a:r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Template-2</a:t>
            </a:r>
            <a:endParaRPr lang="en-US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8AE8427-C3B3-4759-ADD4-1493D437F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06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include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Arial"/>
                <a:ea typeface="微軟正黑體"/>
                <a:cs typeface="Arial"/>
              </a:rPr>
              <a:t>在多個模板中</a:t>
            </a:r>
            <a:r>
              <a:rPr lang="zh-TW" altLang="en-US" sz="3400" b="0" dirty="0">
                <a:solidFill>
                  <a:srgbClr val="92D050"/>
                </a:solidFill>
                <a:latin typeface="Arial"/>
                <a:ea typeface="微軟正黑體"/>
                <a:cs typeface="Arial"/>
              </a:rPr>
              <a:t>重複</a:t>
            </a:r>
            <a:r>
              <a:rPr lang="zh-TW" sz="3400" b="0" dirty="0">
                <a:solidFill>
                  <a:srgbClr val="92D050"/>
                </a:solidFill>
                <a:latin typeface="Arial"/>
                <a:ea typeface="微軟正黑體"/>
                <a:cs typeface="Arial"/>
              </a:rPr>
              <a:t>的程式碼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會增加維護難度</a:t>
            </a:r>
            <a:endParaRPr lang="zh-TW" altLang="en-US" sz="3400" b="0" dirty="0">
              <a:ea typeface="微軟正黑體"/>
            </a:endParaRPr>
          </a:p>
          <a:p>
            <a:pPr marL="421640" indent="-421640"/>
            <a:endParaRPr lang="zh-TW" altLang="en-US" sz="34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31B218A-2571-CEA8-ED94-EC0E80303EA9}"/>
              </a:ext>
            </a:extLst>
          </p:cNvPr>
          <p:cNvGrpSpPr/>
          <p:nvPr/>
        </p:nvGrpSpPr>
        <p:grpSpPr>
          <a:xfrm>
            <a:off x="4691431" y="1510679"/>
            <a:ext cx="7394597" cy="2327400"/>
            <a:chOff x="216816" y="1609077"/>
            <a:chExt cx="7394597" cy="2327400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84E2D82D-9B5D-3FBF-0964-B63DA9A284E3}"/>
                </a:ext>
              </a:extLst>
            </p:cNvPr>
            <p:cNvGrpSpPr/>
            <p:nvPr/>
          </p:nvGrpSpPr>
          <p:grpSpPr>
            <a:xfrm>
              <a:off x="411413" y="1773016"/>
              <a:ext cx="7200000" cy="2163461"/>
              <a:chOff x="411413" y="1773016"/>
              <a:chExt cx="7200000" cy="2163461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C5209E-4127-0F78-8172-72C795E2E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413" y="1773016"/>
                <a:ext cx="7200000" cy="1800000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BD3E7BB-655D-8FCE-E0F3-E0A59EDF384E}"/>
                  </a:ext>
                </a:extLst>
              </p:cNvPr>
              <p:cNvSpPr txBox="1"/>
              <p:nvPr/>
            </p:nvSpPr>
            <p:spPr>
              <a:xfrm>
                <a:off x="3354791" y="3567145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1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9AE9076-5846-C878-0CDF-5D255B2D563F}"/>
                </a:ext>
              </a:extLst>
            </p:cNvPr>
            <p:cNvSpPr/>
            <p:nvPr/>
          </p:nvSpPr>
          <p:spPr>
            <a:xfrm>
              <a:off x="216816" y="1609077"/>
              <a:ext cx="7394597" cy="805740"/>
            </a:xfrm>
            <a:prstGeom prst="ellipse">
              <a:avLst/>
            </a:prstGeom>
            <a:noFill/>
            <a:ln w="57150"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47505033-5660-063E-7550-23E236D95335}"/>
              </a:ext>
            </a:extLst>
          </p:cNvPr>
          <p:cNvGrpSpPr/>
          <p:nvPr/>
        </p:nvGrpSpPr>
        <p:grpSpPr>
          <a:xfrm>
            <a:off x="4886028" y="4055042"/>
            <a:ext cx="7394597" cy="2233759"/>
            <a:chOff x="411413" y="4153440"/>
            <a:chExt cx="7394597" cy="2233759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E0C49AF5-B0BF-699C-1245-73304DBE09A2}"/>
                </a:ext>
              </a:extLst>
            </p:cNvPr>
            <p:cNvGrpSpPr/>
            <p:nvPr/>
          </p:nvGrpSpPr>
          <p:grpSpPr>
            <a:xfrm>
              <a:off x="411413" y="4279244"/>
              <a:ext cx="7200000" cy="2107955"/>
              <a:chOff x="411413" y="4279244"/>
              <a:chExt cx="7200000" cy="2107955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8EAFFB25-5590-8C39-31EA-08AF01BDE6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13" y="4279244"/>
                <a:ext cx="7200000" cy="1744494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6FCD6EF-14F7-B3E4-1305-436F90A15761}"/>
                  </a:ext>
                </a:extLst>
              </p:cNvPr>
              <p:cNvSpPr txBox="1"/>
              <p:nvPr/>
            </p:nvSpPr>
            <p:spPr>
              <a:xfrm>
                <a:off x="3354790" y="6017867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2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64C94C8-20B5-D1EB-A601-F81BF0A13B4D}"/>
                </a:ext>
              </a:extLst>
            </p:cNvPr>
            <p:cNvSpPr/>
            <p:nvPr/>
          </p:nvSpPr>
          <p:spPr>
            <a:xfrm>
              <a:off x="411413" y="4153440"/>
              <a:ext cx="7394597" cy="805740"/>
            </a:xfrm>
            <a:prstGeom prst="ellipse">
              <a:avLst/>
            </a:prstGeom>
            <a:noFill/>
            <a:ln w="57150"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62AD7FA-FA60-1328-0B3F-FE1430BDCF2A}"/>
              </a:ext>
            </a:extLst>
          </p:cNvPr>
          <p:cNvCxnSpPr>
            <a:cxnSpLocks/>
            <a:stCxn id="15" idx="3"/>
            <a:endCxn id="22" idx="0"/>
          </p:cNvCxnSpPr>
          <p:nvPr/>
        </p:nvCxnSpPr>
        <p:spPr>
          <a:xfrm flipH="1">
            <a:off x="1790892" y="2198421"/>
            <a:ext cx="3983453" cy="13450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385ADA3-F8E9-0C7D-0F90-2718CCDA524F}"/>
              </a:ext>
            </a:extLst>
          </p:cNvPr>
          <p:cNvCxnSpPr>
            <a:cxnSpLocks/>
            <a:stCxn id="16" idx="2"/>
            <a:endCxn id="22" idx="3"/>
          </p:cNvCxnSpPr>
          <p:nvPr/>
        </p:nvCxnSpPr>
        <p:spPr>
          <a:xfrm flipH="1" flipV="1">
            <a:off x="2248092" y="4000712"/>
            <a:ext cx="2637936" cy="45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3EFD3B1E-5B17-8E01-A668-73ABA48E2D5C}"/>
              </a:ext>
            </a:extLst>
          </p:cNvPr>
          <p:cNvSpPr/>
          <p:nvPr/>
        </p:nvSpPr>
        <p:spPr>
          <a:xfrm>
            <a:off x="1333692" y="3543512"/>
            <a:ext cx="914400" cy="9144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tx2"/>
                </a:solidFill>
              </a:rPr>
              <a:t>重複</a:t>
            </a:r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include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solidFill>
                  <a:schemeClr val="bg1"/>
                </a:solidFill>
                <a:latin typeface="Arial"/>
                <a:ea typeface="微軟正黑體"/>
                <a:cs typeface="Arial"/>
              </a:rPr>
              <a:t>在多個模板中重複</a:t>
            </a:r>
            <a:r>
              <a:rPr lang="zh-TW" sz="3400" b="0" dirty="0">
                <a:solidFill>
                  <a:schemeClr val="bg1"/>
                </a:solidFill>
                <a:latin typeface="Arial"/>
                <a:ea typeface="微軟正黑體"/>
                <a:cs typeface="Arial"/>
              </a:rPr>
              <a:t>的程式碼</a:t>
            </a:r>
            <a:r>
              <a:rPr lang="zh-TW" altLang="en-US" sz="3400" b="0" dirty="0">
                <a:solidFill>
                  <a:schemeClr val="bg1"/>
                </a:solidFill>
                <a:latin typeface="Arial"/>
                <a:ea typeface="微軟正黑體"/>
                <a:cs typeface="Arial"/>
              </a:rPr>
              <a:t>會增加</a:t>
            </a:r>
            <a:r>
              <a:rPr lang="zh-TW" altLang="en-US" sz="3400" dirty="0">
                <a:solidFill>
                  <a:schemeClr val="bg1"/>
                </a:solidFill>
                <a:latin typeface="Arial"/>
                <a:ea typeface="微軟正黑體"/>
                <a:cs typeface="Arial"/>
              </a:rPr>
              <a:t>維護難度</a:t>
            </a:r>
            <a:endParaRPr lang="zh-TW" altLang="en-US" sz="3400" dirty="0">
              <a:solidFill>
                <a:schemeClr val="bg1"/>
              </a:solidFill>
              <a:ea typeface="微軟正黑體"/>
            </a:endParaRPr>
          </a:p>
          <a:p>
            <a:pPr marL="421640" indent="-421640"/>
            <a:endParaRPr lang="zh-TW" altLang="en-US" sz="3400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E007583-6496-AC1D-2489-2A61AEA70094}"/>
              </a:ext>
            </a:extLst>
          </p:cNvPr>
          <p:cNvGrpSpPr/>
          <p:nvPr/>
        </p:nvGrpSpPr>
        <p:grpSpPr>
          <a:xfrm>
            <a:off x="4784812" y="4147794"/>
            <a:ext cx="7276053" cy="2166233"/>
            <a:chOff x="335360" y="4194928"/>
            <a:chExt cx="7276053" cy="2166233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0AA2C4B-6899-9900-A7B5-EA164B338113}"/>
                </a:ext>
              </a:extLst>
            </p:cNvPr>
            <p:cNvGrpSpPr/>
            <p:nvPr/>
          </p:nvGrpSpPr>
          <p:grpSpPr>
            <a:xfrm>
              <a:off x="411413" y="4295888"/>
              <a:ext cx="7200000" cy="2065273"/>
              <a:chOff x="411413" y="4137260"/>
              <a:chExt cx="7200000" cy="2065273"/>
            </a:xfrm>
          </p:grpSpPr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6FCD6EF-14F7-B3E4-1305-436F90A15761}"/>
                  </a:ext>
                </a:extLst>
              </p:cNvPr>
              <p:cNvSpPr txBox="1"/>
              <p:nvPr/>
            </p:nvSpPr>
            <p:spPr>
              <a:xfrm>
                <a:off x="3354791" y="5833201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2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4F9B8B2C-7C3A-BADF-D926-1A55527FD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413" y="4137260"/>
                <a:ext cx="7200000" cy="1679824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</p:grp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AE466A7F-78A2-2EE8-A263-09564757ABFC}"/>
                </a:ext>
              </a:extLst>
            </p:cNvPr>
            <p:cNvSpPr/>
            <p:nvPr/>
          </p:nvSpPr>
          <p:spPr>
            <a:xfrm>
              <a:off x="335360" y="4194928"/>
              <a:ext cx="1210636" cy="650449"/>
            </a:xfrm>
            <a:prstGeom prst="ellipse">
              <a:avLst/>
            </a:prstGeom>
            <a:noFill/>
            <a:ln w="57150"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2ACDB4E-7367-5E73-EA9B-56FA84C7E14B}"/>
              </a:ext>
            </a:extLst>
          </p:cNvPr>
          <p:cNvGrpSpPr/>
          <p:nvPr/>
        </p:nvGrpSpPr>
        <p:grpSpPr>
          <a:xfrm>
            <a:off x="4682689" y="1581866"/>
            <a:ext cx="7378176" cy="2307477"/>
            <a:chOff x="233237" y="1629000"/>
            <a:chExt cx="7378176" cy="2307477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84E2D82D-9B5D-3FBF-0964-B63DA9A284E3}"/>
                </a:ext>
              </a:extLst>
            </p:cNvPr>
            <p:cNvGrpSpPr/>
            <p:nvPr/>
          </p:nvGrpSpPr>
          <p:grpSpPr>
            <a:xfrm>
              <a:off x="411413" y="1773016"/>
              <a:ext cx="7200000" cy="2163461"/>
              <a:chOff x="411413" y="1773016"/>
              <a:chExt cx="7200000" cy="2163461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C5209E-4127-0F78-8172-72C795E2E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13" y="1773016"/>
                <a:ext cx="7200000" cy="1800000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BD3E7BB-655D-8FCE-E0F3-E0A59EDF384E}"/>
                  </a:ext>
                </a:extLst>
              </p:cNvPr>
              <p:cNvSpPr txBox="1"/>
              <p:nvPr/>
            </p:nvSpPr>
            <p:spPr>
              <a:xfrm>
                <a:off x="3354791" y="3567145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1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FB2E0A7C-1222-BF39-C5ED-72A19400F612}"/>
                </a:ext>
              </a:extLst>
            </p:cNvPr>
            <p:cNvSpPr/>
            <p:nvPr/>
          </p:nvSpPr>
          <p:spPr>
            <a:xfrm>
              <a:off x="233237" y="1629000"/>
              <a:ext cx="1210636" cy="650449"/>
            </a:xfrm>
            <a:prstGeom prst="ellipse">
              <a:avLst/>
            </a:prstGeom>
            <a:noFill/>
            <a:ln w="57150"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5259066C-862C-8E94-8AFD-18B060EB08F5}"/>
              </a:ext>
            </a:extLst>
          </p:cNvPr>
          <p:cNvSpPr/>
          <p:nvPr/>
        </p:nvSpPr>
        <p:spPr>
          <a:xfrm>
            <a:off x="609600" y="3573016"/>
            <a:ext cx="2535811" cy="989815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2"/>
                </a:solidFill>
              </a:rPr>
              <a:t>兩個地方都要維護，否則就會出現不一致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18779A90-D678-FD2D-6FF1-B7B78AE61677}"/>
              </a:ext>
            </a:extLst>
          </p:cNvPr>
          <p:cNvCxnSpPr>
            <a:stCxn id="23" idx="3"/>
            <a:endCxn id="32" idx="0"/>
          </p:cNvCxnSpPr>
          <p:nvPr/>
        </p:nvCxnSpPr>
        <p:spPr>
          <a:xfrm flipH="1">
            <a:off x="1877506" y="2137059"/>
            <a:ext cx="2982477" cy="14359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6EF31B95-CF6E-888E-394D-5CFF5A7A73A1}"/>
              </a:ext>
            </a:extLst>
          </p:cNvPr>
          <p:cNvCxnSpPr>
            <a:cxnSpLocks/>
            <a:stCxn id="21" idx="1"/>
            <a:endCxn id="32" idx="3"/>
          </p:cNvCxnSpPr>
          <p:nvPr/>
        </p:nvCxnSpPr>
        <p:spPr>
          <a:xfrm flipH="1" flipV="1">
            <a:off x="3145411" y="4067924"/>
            <a:ext cx="1816695" cy="175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0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include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Arial"/>
                <a:ea typeface="微軟正黑體"/>
                <a:cs typeface="Arial"/>
              </a:rPr>
              <a:t>在多個模板中重複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的程式碼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可以存儲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在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單獨的html中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，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並在其他模板中引入(include)</a:t>
            </a:r>
            <a:endParaRPr lang="zh-TW" altLang="en-US" sz="3400" b="0" dirty="0">
              <a:ea typeface="微軟正黑體"/>
            </a:endParaRPr>
          </a:p>
          <a:p>
            <a:pPr marL="421640" indent="-421640"/>
            <a:endParaRPr lang="zh-TW" altLang="en-US" sz="3400"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A01878D2-9E60-D7FF-FD78-DE33141E6240}"/>
              </a:ext>
            </a:extLst>
          </p:cNvPr>
          <p:cNvGrpSpPr/>
          <p:nvPr/>
        </p:nvGrpSpPr>
        <p:grpSpPr>
          <a:xfrm>
            <a:off x="6420291" y="1923314"/>
            <a:ext cx="5705719" cy="1948303"/>
            <a:chOff x="4757419" y="1913549"/>
            <a:chExt cx="5705719" cy="1948303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040EF42F-03E5-7997-ADFB-1089BC05BE36}"/>
                </a:ext>
              </a:extLst>
            </p:cNvPr>
            <p:cNvGrpSpPr/>
            <p:nvPr/>
          </p:nvGrpSpPr>
          <p:grpSpPr>
            <a:xfrm>
              <a:off x="4952016" y="2077488"/>
              <a:ext cx="5400000" cy="1784364"/>
              <a:chOff x="4952016" y="2077488"/>
              <a:chExt cx="5400000" cy="1784364"/>
            </a:xfrm>
          </p:grpSpPr>
          <p:pic>
            <p:nvPicPr>
              <p:cNvPr id="21" name="圖片 20">
                <a:extLst>
                  <a:ext uri="{FF2B5EF4-FFF2-40B4-BE49-F238E27FC236}">
                    <a16:creationId xmlns:a16="http://schemas.microsoft.com/office/drawing/2014/main" id="{147C8DE7-B2A7-3E46-FB74-28EE38604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2016" y="2077488"/>
                <a:ext cx="5400000" cy="1350000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DC5B161-FFB3-06CD-A3E2-84659011F084}"/>
                  </a:ext>
                </a:extLst>
              </p:cNvPr>
              <p:cNvSpPr txBox="1"/>
              <p:nvPr/>
            </p:nvSpPr>
            <p:spPr>
              <a:xfrm>
                <a:off x="6995393" y="3492520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1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10C7462-C197-E7FB-630E-CF084D9BC409}"/>
                </a:ext>
              </a:extLst>
            </p:cNvPr>
            <p:cNvSpPr/>
            <p:nvPr/>
          </p:nvSpPr>
          <p:spPr>
            <a:xfrm>
              <a:off x="4757419" y="1913549"/>
              <a:ext cx="5705719" cy="805740"/>
            </a:xfrm>
            <a:prstGeom prst="ellipse">
              <a:avLst/>
            </a:prstGeom>
            <a:noFill/>
            <a:ln w="57150"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C0BAD21-C72A-DF78-CA86-30474A8E5D37}"/>
              </a:ext>
            </a:extLst>
          </p:cNvPr>
          <p:cNvGrpSpPr/>
          <p:nvPr/>
        </p:nvGrpSpPr>
        <p:grpSpPr>
          <a:xfrm>
            <a:off x="6486282" y="4468188"/>
            <a:ext cx="5705718" cy="1913140"/>
            <a:chOff x="6344239" y="4457912"/>
            <a:chExt cx="5705718" cy="1913140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F4159C25-9D4C-F224-1E61-D0A1672B1618}"/>
                </a:ext>
              </a:extLst>
            </p:cNvPr>
            <p:cNvGrpSpPr/>
            <p:nvPr/>
          </p:nvGrpSpPr>
          <p:grpSpPr>
            <a:xfrm>
              <a:off x="6456640" y="4693349"/>
              <a:ext cx="5400000" cy="1677703"/>
              <a:chOff x="4952016" y="4583717"/>
              <a:chExt cx="5400000" cy="1677703"/>
            </a:xfrm>
          </p:grpSpPr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147EB237-F514-9F1B-EF82-346E63669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2016" y="4583717"/>
                <a:ext cx="5400000" cy="1308371"/>
              </a:xfrm>
              <a:prstGeom prst="rect">
                <a:avLst/>
              </a:prstGeom>
              <a:ln w="57150">
                <a:solidFill>
                  <a:srgbClr val="000000"/>
                </a:solidFill>
              </a:ln>
            </p:spPr>
          </p:pic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00C5CE6-7259-2A5E-A658-1C0369C8D78F}"/>
                  </a:ext>
                </a:extLst>
              </p:cNvPr>
              <p:cNvSpPr txBox="1"/>
              <p:nvPr/>
            </p:nvSpPr>
            <p:spPr>
              <a:xfrm>
                <a:off x="6995394" y="5892088"/>
                <a:ext cx="1313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tx1">
                        <a:lumMod val="75000"/>
                      </a:schemeClr>
                    </a:solidFill>
                  </a:rPr>
                  <a:t>Template 2</a:t>
                </a:r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5776B377-AD61-8ABF-7C49-5B1D17738460}"/>
                </a:ext>
              </a:extLst>
            </p:cNvPr>
            <p:cNvSpPr/>
            <p:nvPr/>
          </p:nvSpPr>
          <p:spPr>
            <a:xfrm>
              <a:off x="6344239" y="4457912"/>
              <a:ext cx="5705718" cy="805740"/>
            </a:xfrm>
            <a:prstGeom prst="ellipse">
              <a:avLst/>
            </a:prstGeom>
            <a:noFill/>
            <a:ln w="57150"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F05203DB-F893-5BDD-62CA-06FB55F422A7}"/>
              </a:ext>
            </a:extLst>
          </p:cNvPr>
          <p:cNvGrpSpPr/>
          <p:nvPr/>
        </p:nvGrpSpPr>
        <p:grpSpPr>
          <a:xfrm>
            <a:off x="101059" y="3871617"/>
            <a:ext cx="6120000" cy="753653"/>
            <a:chOff x="113120" y="3949972"/>
            <a:chExt cx="6120000" cy="753653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E3F76D73-33A4-C938-1A33-BAEB03780849}"/>
                </a:ext>
              </a:extLst>
            </p:cNvPr>
            <p:cNvSpPr txBox="1"/>
            <p:nvPr/>
          </p:nvSpPr>
          <p:spPr>
            <a:xfrm>
              <a:off x="2221578" y="4334293"/>
              <a:ext cx="1903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chemeClr val="tx1">
                      <a:lumMod val="75000"/>
                    </a:schemeClr>
                  </a:solidFill>
                </a:rPr>
                <a:t>navbar_template</a:t>
              </a:r>
              <a:endParaRPr lang="zh-TW" altLang="en-US" dirty="0" err="1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BC76BBAD-1E84-EC19-4C37-82E97B8F4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120" y="3949972"/>
              <a:ext cx="6120000" cy="390247"/>
            </a:xfrm>
            <a:prstGeom prst="rect">
              <a:avLst/>
            </a:prstGeom>
            <a:ln w="38100">
              <a:solidFill>
                <a:schemeClr val="accent6"/>
              </a:solidFill>
            </a:ln>
          </p:spPr>
        </p:pic>
      </p:grp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1EFA148-2C75-BD62-7CCB-9FD479829052}"/>
              </a:ext>
            </a:extLst>
          </p:cNvPr>
          <p:cNvCxnSpPr>
            <a:cxnSpLocks/>
            <a:stCxn id="39" idx="0"/>
            <a:endCxn id="20" idx="2"/>
          </p:cNvCxnSpPr>
          <p:nvPr/>
        </p:nvCxnSpPr>
        <p:spPr>
          <a:xfrm flipV="1">
            <a:off x="3161059" y="2326184"/>
            <a:ext cx="3259232" cy="15454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E009D636-9716-0354-BF97-812FA21018A8}"/>
              </a:ext>
            </a:extLst>
          </p:cNvPr>
          <p:cNvCxnSpPr>
            <a:cxnSpLocks/>
            <a:stCxn id="39" idx="2"/>
            <a:endCxn id="25" idx="1"/>
          </p:cNvCxnSpPr>
          <p:nvPr/>
        </p:nvCxnSpPr>
        <p:spPr>
          <a:xfrm>
            <a:off x="3161059" y="4261864"/>
            <a:ext cx="4160806" cy="3243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52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include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在多個模板中重複</a:t>
            </a:r>
            <a:r>
              <a:rPr lang="zh-TW" sz="3400" b="0">
                <a:latin typeface="Arial"/>
                <a:ea typeface="微軟正黑體"/>
                <a:cs typeface="Arial"/>
              </a:rPr>
              <a:t>的程式碼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可以存儲</a:t>
            </a:r>
            <a:r>
              <a:rPr lang="zh-TW" sz="3400" b="0">
                <a:latin typeface="Arial"/>
                <a:ea typeface="微軟正黑體"/>
                <a:cs typeface="Arial"/>
              </a:rPr>
              <a:t>在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單獨的html中</a:t>
            </a:r>
            <a:r>
              <a:rPr lang="zh-TW" sz="3400" b="0">
                <a:latin typeface="Arial"/>
                <a:ea typeface="微軟正黑體"/>
                <a:cs typeface="Arial"/>
              </a:rPr>
              <a:t>，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並在其他模板中引入(include)</a:t>
            </a:r>
            <a:endParaRPr lang="zh-TW" altLang="en-US" sz="3400" b="0">
              <a:ea typeface="微軟正黑體"/>
            </a:endParaRPr>
          </a:p>
          <a:p>
            <a:pPr marL="421640" indent="-421640"/>
            <a:r>
              <a:rPr lang="zh-TW" sz="3400" b="0"/>
              <a:t>以</a:t>
            </a:r>
            <a:r>
              <a:rPr lang="zh-TW" sz="3400"/>
              <a:t>templates</a:t>
            </a:r>
            <a:r>
              <a:rPr lang="zh-TW" sz="3400" b="0"/>
              <a:t>(flask模板的默認目錄)為根目錄</a:t>
            </a:r>
            <a:endParaRPr lang="zh-TW" altLang="en-US" sz="3400" b="0" dirty="0"/>
          </a:p>
          <a:p>
            <a:pPr marL="421640" indent="-421640"/>
            <a:endParaRPr lang="zh-TW" altLang="en-US" sz="3400" dirty="0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471F7594-986F-4B82-BDCF-7297BC5B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0" y="3624672"/>
            <a:ext cx="8572500" cy="8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extends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dirty="0">
                <a:latin typeface="Arial"/>
                <a:ea typeface="微軟正黑體"/>
                <a:cs typeface="Arial"/>
              </a:rPr>
              <a:t>{% extends %}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告訴模板引擎該模板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繼承自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另一個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基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礎模板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(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父模板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)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。</a:t>
            </a:r>
            <a:endParaRPr lang="zh-TW" altLang="en-US" sz="3400" dirty="0">
              <a:ea typeface="微軟正黑體"/>
            </a:endParaRPr>
          </a:p>
          <a:p>
            <a:pPr marL="421640" indent="-421640"/>
            <a:r>
              <a:rPr lang="zh-TW" sz="3400" b="0" dirty="0">
                <a:latin typeface="Arial"/>
                <a:ea typeface="微軟正黑體"/>
                <a:cs typeface="Arial"/>
              </a:rPr>
              <a:t>類似於Python中的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類別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繼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承</a:t>
            </a:r>
            <a:endParaRPr lang="zh-TW" dirty="0"/>
          </a:p>
          <a:p>
            <a:pPr marL="421640" indent="-421640"/>
            <a:r>
              <a:rPr lang="en-US" altLang="zh-TW" sz="3400" dirty="0">
                <a:latin typeface="Arial"/>
                <a:ea typeface="微軟正黑體"/>
                <a:cs typeface="Arial"/>
              </a:rPr>
              <a:t>{% extends %}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應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該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是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模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板中的第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一個標籤。</a:t>
            </a:r>
            <a:endParaRPr lang="zh-TW" dirty="0"/>
          </a:p>
        </p:txBody>
      </p:sp>
      <p:pic>
        <p:nvPicPr>
          <p:cNvPr id="3" name="圖片 5">
            <a:extLst>
              <a:ext uri="{FF2B5EF4-FFF2-40B4-BE49-F238E27FC236}">
                <a16:creationId xmlns:a16="http://schemas.microsoft.com/office/drawing/2014/main" id="{58072186-A8E6-4990-A126-5DD7D6B53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3980440"/>
            <a:ext cx="9271000" cy="110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6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 extends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 dirty="0">
                <a:latin typeface="Arial"/>
                <a:ea typeface="微軟正黑體"/>
                <a:cs typeface="Arial"/>
              </a:rPr>
              <a:t>Inherit and Overwrite</a:t>
            </a:r>
            <a:endParaRPr lang="zh-TW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3AB6BCA2-84F8-D300-47CC-ECCDA22548BF}"/>
              </a:ext>
            </a:extLst>
          </p:cNvPr>
          <p:cNvGrpSpPr/>
          <p:nvPr/>
        </p:nvGrpSpPr>
        <p:grpSpPr>
          <a:xfrm>
            <a:off x="971021" y="1894573"/>
            <a:ext cx="3515216" cy="3972479"/>
            <a:chOff x="902149" y="1885147"/>
            <a:chExt cx="3515216" cy="3972479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E28600BB-DF23-B508-EC7B-010E697B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149" y="1885147"/>
              <a:ext cx="3515216" cy="397247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0480B7-8C49-D274-F821-221EF9B84F2F}"/>
                </a:ext>
              </a:extLst>
            </p:cNvPr>
            <p:cNvSpPr/>
            <p:nvPr/>
          </p:nvSpPr>
          <p:spPr>
            <a:xfrm>
              <a:off x="1498541" y="3162169"/>
              <a:ext cx="2111604" cy="1018095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60D5EC-D61B-700E-2CF7-BAF15753927C}"/>
                </a:ext>
              </a:extLst>
            </p:cNvPr>
            <p:cNvSpPr/>
            <p:nvPr/>
          </p:nvSpPr>
          <p:spPr>
            <a:xfrm>
              <a:off x="1526820" y="5129139"/>
              <a:ext cx="2890545" cy="728487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1615F7C0-D894-C983-FAAD-88B050A5A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697" y="2633187"/>
            <a:ext cx="3231629" cy="2804811"/>
          </a:xfrm>
          <a:prstGeom prst="rect">
            <a:avLst/>
          </a:prstGeom>
        </p:spPr>
      </p:pic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8F943D03-E32D-5759-F625-97BDA64BD559}"/>
              </a:ext>
            </a:extLst>
          </p:cNvPr>
          <p:cNvSpPr/>
          <p:nvPr/>
        </p:nvSpPr>
        <p:spPr>
          <a:xfrm>
            <a:off x="5121898" y="3284984"/>
            <a:ext cx="1498862" cy="1501219"/>
          </a:xfrm>
          <a:prstGeom prst="rightArrow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876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Jinja2 block</a:t>
            </a:r>
            <a:endParaRPr lang="en-US" altLang="en-US" b="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 dirty="0">
                <a:latin typeface="Arial"/>
                <a:ea typeface="微軟正黑體"/>
                <a:cs typeface="Arial"/>
              </a:rPr>
              <a:t>Jin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ja2用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{%</a:t>
            </a:r>
            <a:r>
              <a:rPr lang="zh-TW" sz="3400" dirty="0">
                <a:latin typeface="Arial"/>
                <a:ea typeface="微軟正黑體"/>
                <a:cs typeface="Arial"/>
              </a:rPr>
              <a:t>block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%}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和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{%</a:t>
            </a:r>
            <a:r>
              <a:rPr lang="zh-TW" sz="3400" dirty="0">
                <a:latin typeface="Arial"/>
                <a:ea typeface="微軟正黑體"/>
                <a:cs typeface="Arial"/>
              </a:rPr>
              <a:t>endblock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%}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標籤來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定義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基礎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模板的內容區塊。</a:t>
            </a:r>
            <a:endParaRPr lang="zh-TW" sz="3400" dirty="0">
              <a:ea typeface="微軟正黑體"/>
            </a:endParaRPr>
          </a:p>
          <a:p>
            <a:pPr marL="421640" indent="-421640"/>
            <a:r>
              <a:rPr lang="zh-TW" sz="3400" b="0" dirty="0">
                <a:latin typeface="Arial"/>
                <a:ea typeface="微軟正黑體"/>
                <a:cs typeface="Arial"/>
              </a:rPr>
              <a:t>基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礎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模板定義了可讓繼承它的子模板覆蓋的區塊</a:t>
            </a:r>
            <a:endParaRPr lang="zh-TW" altLang="en-US" sz="3400" b="0" dirty="0"/>
          </a:p>
        </p:txBody>
      </p:sp>
      <p:pic>
        <p:nvPicPr>
          <p:cNvPr id="4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3AE0CB7B-D58B-4946-B95C-B5C75CA7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663" y="3430588"/>
            <a:ext cx="48799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+mj-lt"/>
                <a:cs typeface="+mj-lt"/>
              </a:rPr>
              <a:t>Jinja2 </a:t>
            </a:r>
            <a:r>
              <a:rPr lang="zh-TW" dirty="0">
                <a:ea typeface="+mj-lt"/>
                <a:cs typeface="+mj-lt"/>
              </a:rPr>
              <a:t>super()</a:t>
            </a:r>
            <a:endParaRPr lang="zh-TW" altLang="en-US" dirty="0"/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0E4E060E-3531-4E1F-8887-E569723F17A7}"/>
              </a:ext>
            </a:extLst>
          </p:cNvPr>
          <p:cNvSpPr txBox="1">
            <a:spLocks/>
          </p:cNvSpPr>
          <p:nvPr/>
        </p:nvSpPr>
        <p:spPr bwMode="ltGray">
          <a:xfrm>
            <a:off x="335360" y="764704"/>
            <a:ext cx="11445227" cy="56166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22041" indent="-422041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1"/>
              </a:buClr>
              <a:buFont typeface="Arial" pitchFamily="34" charset="0"/>
              <a:buChar char="•"/>
              <a:defRPr sz="3446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1pPr>
            <a:lvl2pPr marL="879253" indent="-433765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2"/>
              </a:buClr>
              <a:buFont typeface="Arial" pitchFamily="34" charset="0"/>
              <a:buChar char="–"/>
              <a:defRPr sz="2954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2pPr>
            <a:lvl3pPr marL="1219230" indent="-339978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3"/>
              </a:buClr>
              <a:buFont typeface="Arial" pitchFamily="34" charset="0"/>
              <a:buChar char="•"/>
              <a:defRPr sz="2462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3pPr>
            <a:lvl4pPr marL="1547485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4"/>
              </a:buClr>
              <a:buFont typeface="Arial" pitchFamily="34" charset="0"/>
              <a:buChar char="–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4pPr>
            <a:lvl5pPr marL="1875739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5"/>
              </a:buClr>
              <a:buFont typeface="Arial" pitchFamily="34" charset="0"/>
              <a:buChar char="»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5pPr>
            <a:lvl6pPr marL="3094970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1640" indent="-421640"/>
            <a:r>
              <a:rPr lang="zh-TW" altLang="en-US" sz="3200" b="0" dirty="0">
                <a:latin typeface="Arial"/>
                <a:ea typeface="微軟正黑體"/>
                <a:cs typeface="Arial"/>
              </a:rPr>
              <a:t>要呈現</a:t>
            </a:r>
            <a:r>
              <a:rPr lang="zh-TW" sz="3200" b="0" dirty="0">
                <a:latin typeface="Arial"/>
                <a:ea typeface="微軟正黑體"/>
                <a:cs typeface="Arial"/>
              </a:rPr>
              <a:t>父</a:t>
            </a:r>
            <a:r>
              <a:rPr lang="zh-TW" altLang="en-US" sz="3200" b="0" dirty="0">
                <a:latin typeface="Arial"/>
                <a:ea typeface="微軟正黑體"/>
                <a:cs typeface="Arial"/>
              </a:rPr>
              <a:t>模板中定義的區塊的</a:t>
            </a:r>
            <a:r>
              <a:rPr lang="zh-TW" sz="3200" b="0" dirty="0">
                <a:latin typeface="Arial"/>
                <a:ea typeface="微軟正黑體"/>
                <a:cs typeface="Arial"/>
              </a:rPr>
              <a:t>內容，</a:t>
            </a:r>
            <a:r>
              <a:rPr lang="zh-TW" altLang="en-US" sz="3200" b="0" dirty="0">
                <a:latin typeface="Arial"/>
                <a:ea typeface="微軟正黑體"/>
                <a:cs typeface="Arial"/>
              </a:rPr>
              <a:t>請使用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{{</a:t>
            </a:r>
            <a:r>
              <a:rPr lang="zh-TW" sz="3200" b="0" dirty="0">
                <a:latin typeface="Arial"/>
                <a:ea typeface="微軟正黑體"/>
                <a:cs typeface="Arial"/>
              </a:rPr>
              <a:t>s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up</a:t>
            </a:r>
            <a:r>
              <a:rPr lang="zh-TW" sz="3200" b="0" dirty="0">
                <a:latin typeface="Arial"/>
                <a:ea typeface="微軟正黑體"/>
                <a:cs typeface="Arial"/>
              </a:rPr>
              <a:t>e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r()}}</a:t>
            </a:r>
            <a:r>
              <a:rPr lang="zh-TW" altLang="en-US" sz="3200" b="0" dirty="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r>
              <a:rPr lang="zh-TW" sz="3200" b="0">
                <a:latin typeface="Arial"/>
                <a:ea typeface="微軟正黑體"/>
                <a:cs typeface="Arial"/>
              </a:rPr>
              <a:t>如果要新增內容至原本舊內容的區塊，就可以使用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{{</a:t>
            </a:r>
            <a:r>
              <a:rPr lang="zh-TW" sz="3200" b="0">
                <a:latin typeface="Arial"/>
                <a:ea typeface="微軟正黑體"/>
                <a:cs typeface="Arial"/>
              </a:rPr>
              <a:t>super()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}}</a:t>
            </a:r>
            <a:endParaRPr lang="zh-TW" altLang="en-US" sz="320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6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1D391FB2-7543-4CAF-A873-9EB104371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300" y="2771847"/>
            <a:ext cx="7061200" cy="299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Null-Master</a:t>
            </a:r>
            <a:r>
              <a:rPr lang="en-US" altLang="zh-TW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Fallback</a:t>
            </a:r>
            <a:endParaRPr lang="zh-TW"/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4A069D30-7135-47E5-B31A-084B011EF908}"/>
              </a:ext>
            </a:extLst>
          </p:cNvPr>
          <p:cNvSpPr txBox="1">
            <a:spLocks/>
          </p:cNvSpPr>
          <p:nvPr/>
        </p:nvSpPr>
        <p:spPr bwMode="ltGray">
          <a:xfrm>
            <a:off x="335360" y="764704"/>
            <a:ext cx="11445227" cy="56166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22041" indent="-422041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1"/>
              </a:buClr>
              <a:buFont typeface="Arial" pitchFamily="34" charset="0"/>
              <a:buChar char="•"/>
              <a:defRPr sz="3446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1pPr>
            <a:lvl2pPr marL="879253" indent="-433765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2"/>
              </a:buClr>
              <a:buFont typeface="Arial" pitchFamily="34" charset="0"/>
              <a:buChar char="–"/>
              <a:defRPr sz="2954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2pPr>
            <a:lvl3pPr marL="1219230" indent="-339978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3"/>
              </a:buClr>
              <a:buFont typeface="Arial" pitchFamily="34" charset="0"/>
              <a:buChar char="•"/>
              <a:defRPr sz="2462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3pPr>
            <a:lvl4pPr marL="1547485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4"/>
              </a:buClr>
              <a:buFont typeface="Arial" pitchFamily="34" charset="0"/>
              <a:buChar char="–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4pPr>
            <a:lvl5pPr marL="1875739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5"/>
              </a:buClr>
              <a:buFont typeface="Arial" pitchFamily="34" charset="0"/>
              <a:buChar char="»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5pPr>
            <a:lvl6pPr marL="3094970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1640" indent="-421640"/>
            <a:r>
              <a:rPr lang="en-US" altLang="zh-TW" sz="3200" b="0" dirty="0">
                <a:latin typeface="Arial"/>
                <a:ea typeface="微軟正黑體"/>
                <a:cs typeface="Arial"/>
              </a:rPr>
              <a:t>Ji</a:t>
            </a:r>
            <a:r>
              <a:rPr lang="zh-TW" sz="3200" b="0" dirty="0">
                <a:latin typeface="Arial"/>
                <a:ea typeface="微軟正黑體"/>
                <a:cs typeface="Arial"/>
              </a:rPr>
              <a:t>nja支持動態繼承</a:t>
            </a:r>
            <a:endParaRPr lang="en-US" altLang="zh-TW" sz="3200" b="0" dirty="0">
              <a:latin typeface="Arial"/>
              <a:ea typeface="微軟正黑體"/>
              <a:cs typeface="Arial"/>
            </a:endParaRPr>
          </a:p>
          <a:p>
            <a:pPr marL="878840" lvl="1" indent="-421640"/>
            <a:r>
              <a:rPr lang="zh-TW" sz="2700" b="0">
                <a:latin typeface="Arial"/>
                <a:ea typeface="微軟正黑體"/>
                <a:cs typeface="Arial"/>
              </a:rPr>
              <a:t>當</a:t>
            </a:r>
            <a:r>
              <a:rPr lang="zh-TW" sz="2700">
                <a:latin typeface="Arial"/>
                <a:ea typeface="微軟正黑體"/>
                <a:cs typeface="Arial"/>
              </a:rPr>
              <a:t>{% e</a:t>
            </a:r>
            <a:r>
              <a:rPr lang="en-US" altLang="zh-TW" sz="2700" dirty="0">
                <a:latin typeface="Arial"/>
                <a:ea typeface="微軟正黑體"/>
                <a:cs typeface="Arial"/>
              </a:rPr>
              <a:t>x</a:t>
            </a:r>
            <a:r>
              <a:rPr lang="zh-TW" sz="2700">
                <a:latin typeface="Arial"/>
                <a:ea typeface="微軟正黑體"/>
                <a:cs typeface="Arial"/>
              </a:rPr>
              <a:t>tend</a:t>
            </a:r>
            <a:r>
              <a:rPr lang="en-US" altLang="zh-TW" sz="2700" dirty="0">
                <a:latin typeface="Arial"/>
                <a:ea typeface="微軟正黑體"/>
                <a:cs typeface="Arial"/>
              </a:rPr>
              <a:t>s</a:t>
            </a:r>
            <a:r>
              <a:rPr lang="zh-TW" sz="2700">
                <a:latin typeface="Arial"/>
                <a:ea typeface="微軟正黑體"/>
                <a:cs typeface="Arial"/>
              </a:rPr>
              <a:t> %}</a:t>
            </a:r>
            <a:r>
              <a:rPr lang="zh-TW" sz="2700" b="0">
                <a:latin typeface="Arial"/>
                <a:ea typeface="微軟正黑體"/>
                <a:cs typeface="Arial"/>
              </a:rPr>
              <a:t>存在時，子模板僅呈現那些也存在於父模板block。其他所有內容均會刪除。</a:t>
            </a:r>
            <a:endParaRPr lang="en-US" sz="2708" b="0">
              <a:latin typeface="Arial"/>
              <a:ea typeface="微軟正黑體"/>
              <a:cs typeface="Arial"/>
            </a:endParaRPr>
          </a:p>
          <a:p>
            <a:pPr marL="878840" lvl="1" indent="-421640"/>
            <a:r>
              <a:rPr lang="zh-TW" sz="2700" b="0">
                <a:latin typeface="Arial"/>
                <a:ea typeface="微軟正黑體"/>
                <a:cs typeface="Arial"/>
              </a:rPr>
              <a:t>不使用extends標記時，就會直接顯示子模板內容</a:t>
            </a:r>
            <a:r>
              <a:rPr lang="zh-TW" altLang="en-US" sz="2700" b="0">
                <a:latin typeface="Arial"/>
                <a:ea typeface="微軟正黑體"/>
                <a:cs typeface="Arial"/>
              </a:rPr>
              <a:t>並忽略</a:t>
            </a:r>
            <a:r>
              <a:rPr lang="en-US" altLang="zh-TW" sz="2700" b="0" dirty="0">
                <a:latin typeface="Arial"/>
                <a:ea typeface="微軟正黑體"/>
                <a:cs typeface="Arial"/>
              </a:rPr>
              <a:t>{% block %}</a:t>
            </a:r>
            <a:r>
              <a:rPr lang="zh-TW" sz="2700" b="0">
                <a:latin typeface="Arial"/>
                <a:ea typeface="微軟正黑體"/>
                <a:cs typeface="Arial"/>
              </a:rPr>
              <a:t>。</a:t>
            </a:r>
            <a:endParaRPr lang="zh-TW" altLang="en-US" sz="2700" b="0">
              <a:latin typeface="Arial"/>
              <a:ea typeface="微軟正黑體"/>
              <a:cs typeface="Arial"/>
            </a:endParaRPr>
          </a:p>
          <a:p>
            <a:pPr marL="878840" lvl="1" indent="-421640"/>
            <a:endParaRPr lang="zh-TW" sz="2700" b="0" dirty="0">
              <a:ea typeface="微軟正黑體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29070A0E-C524-4308-A86B-F12CE64B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512" y="3429000"/>
            <a:ext cx="9601200" cy="292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86957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147</TotalTime>
  <Words>1548</Words>
  <Application>Microsoft Office PowerPoint</Application>
  <PresentationFormat>寬螢幕</PresentationFormat>
  <Paragraphs>87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2019簡報範本_light</vt:lpstr>
      <vt:lpstr>Template-2</vt:lpstr>
      <vt:lpstr>Jinja2 include</vt:lpstr>
      <vt:lpstr>Jinja2 include</vt:lpstr>
      <vt:lpstr>Jinja2 include</vt:lpstr>
      <vt:lpstr>Jinja2 include</vt:lpstr>
      <vt:lpstr>Jinja2 extends</vt:lpstr>
      <vt:lpstr>Jinja2 extends</vt:lpstr>
      <vt:lpstr>Jinja2 block</vt:lpstr>
      <vt:lpstr>Jinja2 super()</vt:lpstr>
      <vt:lpstr>Null-Master Fallback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昱維 曹</cp:lastModifiedBy>
  <cp:revision>56</cp:revision>
  <cp:lastPrinted>2019-04-29T05:54:36Z</cp:lastPrinted>
  <dcterms:created xsi:type="dcterms:W3CDTF">2019-04-17T09:27:11Z</dcterms:created>
  <dcterms:modified xsi:type="dcterms:W3CDTF">2025-06-24T11:27:51Z</dcterms:modified>
  <cp:category>淺色</cp:category>
</cp:coreProperties>
</file>