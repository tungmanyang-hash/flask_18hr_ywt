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firstSlideNum="0" saveSubsetFonts="1">
  <p:sldMasterIdLst>
    <p:sldMasterId id="2147483651" r:id="rId1"/>
  </p:sldMasterIdLst>
  <p:notesMasterIdLst>
    <p:notesMasterId r:id="rId7"/>
  </p:notesMasterIdLst>
  <p:handoutMasterIdLst>
    <p:handoutMasterId r:id="rId8"/>
  </p:handoutMasterIdLst>
  <p:sldIdLst>
    <p:sldId id="331" r:id="rId2"/>
    <p:sldId id="417" r:id="rId3"/>
    <p:sldId id="418" r:id="rId4"/>
    <p:sldId id="419" r:id="rId5"/>
    <p:sldId id="420" r:id="rId6"/>
  </p:sldIdLst>
  <p:sldSz cx="12192000" cy="6858000"/>
  <p:notesSz cx="6807200" cy="9939338"/>
  <p:defaultTextStyle>
    <a:defPPr>
      <a:defRPr lang="zh-TW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isaac" initials="i" lastIdx="1" clrIdx="0">
    <p:extLst>
      <p:ext uri="{19B8F6BF-5375-455C-9EA6-DF929625EA0E}">
        <p15:presenceInfo xmlns:p15="http://schemas.microsoft.com/office/powerpoint/2012/main" userId="isaac" providerId="None"/>
      </p:ext>
    </p:extLst>
  </p:cmAuthor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000FF"/>
    <a:srgbClr val="000000"/>
    <a:srgbClr val="FFFFFF"/>
    <a:srgbClr val="323E1A"/>
    <a:srgbClr val="003300"/>
    <a:srgbClr val="00009A"/>
    <a:srgbClr val="00007A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3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ED083AE6-46FA-4A59-8FB0-9F97EB10719F}">
  <a:tblStyle styleId="{5C22544A-7EE6-4342-B048-85BDC9FD1C3A}" styleName="中等深淺樣式 2 - 輔色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21E4AEA4-8DFA-4A89-87EB-49C32662AFE0}" styleName="中等深淺樣式 2 - 輔色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2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2"/>
          </a:solidFill>
        </a:fill>
      </a:tcStyle>
    </a:firstRow>
  </a:tblStyle>
  <a:tblStyle styleId="{F5AB1C69-6EDB-4FF4-983F-18BD219EF322}" styleName="中等深淺樣式 2 - 輔色 3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3">
              <a:tint val="20000"/>
            </a:schemeClr>
          </a:solidFill>
        </a:fill>
      </a:tcStyle>
    </a:wholeTbl>
    <a:band1H>
      <a:tcStyle>
        <a:tcBdr/>
        <a:fill>
          <a:solidFill>
            <a:schemeClr val="accent3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3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3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3"/>
          </a:solidFill>
        </a:fill>
      </a:tcStyle>
    </a:firstRow>
  </a:tblStyle>
  <a:tblStyle styleId="{00A15C55-8517-42AA-B614-E9B94910E393}" styleName="中等深淺樣式 2 - 輔色 4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4">
              <a:tint val="20000"/>
            </a:schemeClr>
          </a:solidFill>
        </a:fill>
      </a:tcStyle>
    </a:wholeTbl>
    <a:band1H>
      <a:tcStyle>
        <a:tcBdr/>
        <a:fill>
          <a:solidFill>
            <a:schemeClr val="accent4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4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4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4"/>
          </a:solidFill>
        </a:fill>
      </a:tcStyle>
    </a:firstRow>
  </a:tblStyle>
  <a:tblStyle styleId="{B301B821-A1FF-4177-AEE7-76D212191A09}" styleName="中等深淺樣式 1 - 輔色 1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1"/>
              </a:solidFill>
            </a:ln>
          </a:left>
          <a:right>
            <a:ln w="12700" cmpd="sng">
              <a:solidFill>
                <a:schemeClr val="accent1"/>
              </a:solidFill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 w="12700" cmpd="sng">
              <a:solidFill>
                <a:schemeClr val="accent1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1">
              <a:tint val="20000"/>
            </a:schemeClr>
          </a:solidFill>
        </a:fill>
      </a:tcStyle>
    </a:band1H>
    <a:band1V>
      <a:tcStyle>
        <a:tcBdr/>
        <a:fill>
          <a:solidFill>
            <a:schemeClr val="accent1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1"/>
          </a:solidFill>
        </a:fill>
      </a:tcStyle>
    </a:firstRow>
  </a:tblStyle>
  <a:tblStyle styleId="{0660B408-B3CF-4A94-85FC-2B1E0A45F4A2}" styleName="深色樣式 2 - 輔色 1/輔色 2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accent1">
              <a:tint val="20000"/>
            </a:schemeClr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2"/>
          </a:solidFill>
        </a:fill>
      </a:tcStyle>
    </a:firstRow>
  </a:tblStyle>
  <a:tblStyle styleId="{ED083AE6-46FA-4A59-8FB0-9F97EB10719F}" styleName="淺色樣式 3 - 輔色 4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4"/>
              </a:solidFill>
            </a:ln>
          </a:left>
          <a:right>
            <a:ln w="12700" cmpd="sng">
              <a:solidFill>
                <a:schemeClr val="accent4"/>
              </a:solidFill>
            </a:ln>
          </a:right>
          <a:top>
            <a:ln w="12700" cmpd="sng">
              <a:solidFill>
                <a:schemeClr val="accent4"/>
              </a:solidFill>
            </a:ln>
          </a:top>
          <a:bottom>
            <a:ln w="12700" cmpd="sng">
              <a:solidFill>
                <a:schemeClr val="accent4"/>
              </a:solidFill>
            </a:ln>
          </a:bottom>
          <a:insideH>
            <a:ln w="12700" cmpd="sng">
              <a:solidFill>
                <a:schemeClr val="accent4"/>
              </a:solidFill>
            </a:ln>
          </a:insideH>
          <a:insideV>
            <a:ln w="12700" cmpd="sng">
              <a:solidFill>
                <a:schemeClr val="accent4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4">
              <a:alpha val="20000"/>
            </a:schemeClr>
          </a:solidFill>
        </a:fill>
      </a:tcStyle>
    </a:band1H>
    <a:band1V>
      <a:tcStyle>
        <a:tcBdr/>
        <a:fill>
          <a:solidFill>
            <a:schemeClr val="accent4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4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4"/>
              </a:solidFill>
            </a:ln>
          </a:bottom>
        </a:tcBdr>
        <a:fill>
          <a:noFill/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slideViewPr>
    <p:cSldViewPr snapToGrid="0">
      <p:cViewPr>
        <p:scale>
          <a:sx n="1" d="2"/>
          <a:sy n="1" d="2"/>
        </p:scale>
        <p:origin x="0" y="0"/>
      </p:cViewPr>
      <p:guideLst>
        <p:guide orient="horz" pos="2160"/>
        <p:guide pos="3840"/>
      </p:guideLst>
    </p:cSldViewPr>
  </p:slideViewPr>
  <p:notesViewPr>
    <p:cSldViewPr snapToGrid="0">
      <p:cViewPr>
        <p:scale>
          <a:sx n="1" d="2"/>
          <a:sy n="1" d="2"/>
        </p:scale>
        <p:origin x="0" y="0"/>
      </p:cViewPr>
      <p:guideLst/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handoutMaster" Target="handoutMasters/handoutMaster1.xml"/><Relationship Id="rId13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notesMaster" Target="notesMasters/notesMaster1.xml"/><Relationship Id="rId12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viewProps" Target="viewProps.xml"/><Relationship Id="rId5" Type="http://schemas.openxmlformats.org/officeDocument/2006/relationships/slide" Target="slides/slide4.xml"/><Relationship Id="rId10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commentAuthors" Target="commentAuthors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頁首版面配置區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49575" cy="4968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TW" altLang="en-US"/>
          </a:p>
        </p:txBody>
      </p:sp>
      <p:sp>
        <p:nvSpPr>
          <p:cNvPr id="3" name="日期版面配置區 2"/>
          <p:cNvSpPr>
            <a:spLocks noGrp="1"/>
          </p:cNvSpPr>
          <p:nvPr>
            <p:ph type="dt" sz="quarter" idx="1"/>
          </p:nvPr>
        </p:nvSpPr>
        <p:spPr>
          <a:xfrm>
            <a:off x="3856038" y="0"/>
            <a:ext cx="2949575" cy="4968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5BF5AB9-3463-4E65-AFD3-5431B79ADFDC}" type="datetimeFigureOut">
              <a:rPr lang="zh-TW" altLang="en-US" smtClean="0"/>
              <a:t>2026/5/29</a:t>
            </a:fld>
            <a:endParaRPr lang="zh-TW" altLang="en-US"/>
          </a:p>
        </p:txBody>
      </p:sp>
      <p:sp>
        <p:nvSpPr>
          <p:cNvPr id="4" name="頁尾版面配置區 3"/>
          <p:cNvSpPr>
            <a:spLocks noGrp="1"/>
          </p:cNvSpPr>
          <p:nvPr>
            <p:ph type="ftr" sz="quarter" idx="2"/>
          </p:nvPr>
        </p:nvSpPr>
        <p:spPr>
          <a:xfrm>
            <a:off x="0" y="9440863"/>
            <a:ext cx="2949575" cy="4968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TW" altLang="en-US"/>
          </a:p>
        </p:txBody>
      </p:sp>
      <p:sp>
        <p:nvSpPr>
          <p:cNvPr id="5" name="投影片編號版面配置區 4"/>
          <p:cNvSpPr>
            <a:spLocks noGrp="1"/>
          </p:cNvSpPr>
          <p:nvPr>
            <p:ph type="sldNum" sz="quarter" idx="3"/>
          </p:nvPr>
        </p:nvSpPr>
        <p:spPr>
          <a:xfrm>
            <a:off x="3856038" y="9440863"/>
            <a:ext cx="2949575" cy="4968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6A0C45D-A6E0-411D-9D9F-B22D9F5136D5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352107376"/>
      </p:ext>
    </p:extLst>
  </p:cSld>
  <p:clrMap bg1="lt1" tx1="dk1" bg2="lt2" tx2="dk2" accent1="accent1" accent2="accent2" accent3="accent3" accent4="accent4" accent5="accent5" accent6="accent6" hlink="hlink" folHlink="folHlink"/>
  <p:hf hdr="0" dt="0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頁首版面配置區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49575" cy="4968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TW" altLang="en-US"/>
          </a:p>
        </p:txBody>
      </p:sp>
      <p:sp>
        <p:nvSpPr>
          <p:cNvPr id="6" name="頁尾版面配置區 5"/>
          <p:cNvSpPr>
            <a:spLocks noGrp="1"/>
          </p:cNvSpPr>
          <p:nvPr>
            <p:ph type="ftr" sz="quarter" idx="4"/>
          </p:nvPr>
        </p:nvSpPr>
        <p:spPr>
          <a:xfrm>
            <a:off x="0" y="9440863"/>
            <a:ext cx="3763640" cy="4968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1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 algn="r"/>
            <a:r>
              <a:rPr lang="en-US" altLang="zh-TW"/>
              <a:t>© Institute for Information Industry. All rights reserved. </a:t>
            </a:r>
            <a:endParaRPr lang="zh-TW" altLang="en-US"/>
          </a:p>
        </p:txBody>
      </p:sp>
      <p:sp>
        <p:nvSpPr>
          <p:cNvPr id="7" name="投影片編號版面配置區 6"/>
          <p:cNvSpPr>
            <a:spLocks noGrp="1"/>
          </p:cNvSpPr>
          <p:nvPr>
            <p:ph type="sldNum" sz="quarter" idx="5"/>
          </p:nvPr>
        </p:nvSpPr>
        <p:spPr>
          <a:xfrm>
            <a:off x="3856038" y="9440863"/>
            <a:ext cx="2949575" cy="4968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en-US" altLang="zh-TW"/>
              <a:t>1-</a:t>
            </a:r>
            <a:fld id="{6F9E9FB9-4D1E-4A88-8F87-B34AFE16905A}" type="slidenum">
              <a:rPr lang="zh-TW" altLang="en-US" smtClean="0"/>
              <a:pPr/>
              <a:t>‹#›</a:t>
            </a:fld>
            <a:endParaRPr lang="zh-TW" altLang="en-US"/>
          </a:p>
        </p:txBody>
      </p:sp>
      <p:sp>
        <p:nvSpPr>
          <p:cNvPr id="8" name="矩形: 圓角 7">
            <a:extLst>
              <a:ext uri="{FF2B5EF4-FFF2-40B4-BE49-F238E27FC236}">
                <a16:creationId xmlns:a16="http://schemas.microsoft.com/office/drawing/2014/main" id="{7E4D81D0-FCC8-42FD-B0AF-6DA70B5F6E70}"/>
              </a:ext>
            </a:extLst>
          </p:cNvPr>
          <p:cNvSpPr/>
          <p:nvPr/>
        </p:nvSpPr>
        <p:spPr>
          <a:xfrm>
            <a:off x="91232" y="8110145"/>
            <a:ext cx="6623050" cy="1107996"/>
          </a:xfrm>
          <a:prstGeom prst="round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altLang="zh-TW" sz="1200" b="0" kern="1200">
                <a:solidFill>
                  <a:srgbClr val="000000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【Key Points】</a:t>
            </a:r>
          </a:p>
          <a:p>
            <a:pPr algn="l"/>
            <a:endParaRPr lang="zh-TW" altLang="en-US"/>
          </a:p>
        </p:txBody>
      </p:sp>
      <p:sp>
        <p:nvSpPr>
          <p:cNvPr id="9" name="投影片圖像版面配置區 3">
            <a:extLst>
              <a:ext uri="{FF2B5EF4-FFF2-40B4-BE49-F238E27FC236}">
                <a16:creationId xmlns:a16="http://schemas.microsoft.com/office/drawing/2014/main" id="{3A6EF303-87EA-4AFE-8AF8-60DA97A17192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92075" y="746125"/>
            <a:ext cx="6623050" cy="3725863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TW" altLang="en-US"/>
          </a:p>
        </p:txBody>
      </p:sp>
      <p:sp>
        <p:nvSpPr>
          <p:cNvPr id="13" name="備忘稿版面配置區 4">
            <a:extLst>
              <a:ext uri="{FF2B5EF4-FFF2-40B4-BE49-F238E27FC236}">
                <a16:creationId xmlns:a16="http://schemas.microsoft.com/office/drawing/2014/main" id="{8E303468-187E-49A8-9D33-C12B34DA2A24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91232" y="4609629"/>
            <a:ext cx="6623050" cy="3500516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</p:spTree>
    <p:extLst>
      <p:ext uri="{BB962C8B-B14F-4D97-AF65-F5344CB8AC3E}">
        <p14:creationId xmlns:p14="http://schemas.microsoft.com/office/powerpoint/2010/main" val="91953023"/>
      </p:ext>
    </p:extLst>
  </p:cSld>
  <p:clrMap bg1="lt1" tx1="dk1" bg2="lt2" tx2="dk2" accent1="accent1" accent2="accent2" accent3="accent3" accent4="accent4" accent5="accent5" accent6="accent6" hlink="hlink" folHlink="folHlink"/>
  <p:hf hdr="0" dt="0"/>
  <p:notesStyle>
    <a:lvl1pPr marL="0" algn="l" defTabSz="914400" rtl="0" eaLnBrk="1" latinLnBrk="0" hangingPunct="1">
      <a:lnSpc>
        <a:spcPts val="1600"/>
      </a:lnSpc>
      <a:defRPr sz="1200" kern="1200">
        <a:solidFill>
          <a:srgbClr val="000000"/>
        </a:solidFill>
        <a:latin typeface="Arial" panose="020B0604020202020204" pitchFamily="34" charset="0"/>
        <a:ea typeface="新細明體" panose="02020500000000000000" pitchFamily="18" charset="-120"/>
        <a:cs typeface="Arial" panose="020B0604020202020204" pitchFamily="34" charset="0"/>
      </a:defRPr>
    </a:lvl1pPr>
    <a:lvl2pPr marL="457200" algn="l" defTabSz="914400" rtl="0" eaLnBrk="1" latinLnBrk="0" hangingPunct="1">
      <a:lnSpc>
        <a:spcPts val="1600"/>
      </a:lnSpc>
      <a:defRPr sz="1200" kern="1200">
        <a:solidFill>
          <a:srgbClr val="000000"/>
        </a:solidFill>
        <a:latin typeface="Arial" panose="020B0604020202020204" pitchFamily="34" charset="0"/>
        <a:ea typeface="新細明體" panose="02020500000000000000" pitchFamily="18" charset="-120"/>
        <a:cs typeface="Arial" panose="020B0604020202020204" pitchFamily="34" charset="0"/>
      </a:defRPr>
    </a:lvl2pPr>
    <a:lvl3pPr marL="914400" algn="l" defTabSz="914400" rtl="0" eaLnBrk="1" latinLnBrk="0" hangingPunct="1">
      <a:lnSpc>
        <a:spcPts val="1600"/>
      </a:lnSpc>
      <a:defRPr sz="1200" kern="1200">
        <a:solidFill>
          <a:srgbClr val="000000"/>
        </a:solidFill>
        <a:latin typeface="Arial" panose="020B0604020202020204" pitchFamily="34" charset="0"/>
        <a:ea typeface="新細明體" panose="02020500000000000000" pitchFamily="18" charset="-120"/>
        <a:cs typeface="+mn-cs"/>
      </a:defRPr>
    </a:lvl3pPr>
    <a:lvl4pPr marL="1371600" algn="l" defTabSz="914400" rtl="0" eaLnBrk="1" latinLnBrk="0" hangingPunct="1">
      <a:lnSpc>
        <a:spcPts val="1600"/>
      </a:lnSpc>
      <a:defRPr sz="1200" kern="1200">
        <a:solidFill>
          <a:srgbClr val="000000"/>
        </a:solidFill>
        <a:latin typeface="Arial" panose="020B0604020202020204" pitchFamily="34" charset="0"/>
        <a:ea typeface="新細明體" panose="02020500000000000000" pitchFamily="18" charset="-120"/>
        <a:cs typeface="+mn-cs"/>
      </a:defRPr>
    </a:lvl4pPr>
    <a:lvl5pPr marL="1828800" algn="l" defTabSz="914400" rtl="0" eaLnBrk="1" latinLnBrk="0" hangingPunct="1">
      <a:lnSpc>
        <a:spcPts val="1600"/>
      </a:lnSpc>
      <a:defRPr sz="1200" kern="1200">
        <a:solidFill>
          <a:srgbClr val="000000"/>
        </a:solidFill>
        <a:latin typeface="Arial" panose="020B0604020202020204" pitchFamily="34" charset="0"/>
        <a:ea typeface="新細明體" panose="02020500000000000000" pitchFamily="18" charset="-120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3" Type="http://schemas.openxmlformats.org/officeDocument/2006/relationships/hyperlink" Target="https://medium.com/@chih.sheng.huang821/%E6%A9%9F%E5%99%A8%E5%AD%B8%E7%BF%92-%E5%9F%BA%E7%A4%8E%E6%95%B8%E5%AD%B8-%E4%B8%89-%E6%A2%AF%E5%BA%A6%E6%9C%80%E4%BD%B3%E8%A7%A3%E7%9B%B8%E9%97%9C%E7%AE%97%E6%B3%95-gradient-descent-optimization-algorithms-b61ed1478bd7" TargetMode="External"/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3" Type="http://schemas.openxmlformats.org/officeDocument/2006/relationships/hyperlink" Target="https://medium.com/@chih.sheng.huang821/%E6%A9%9F%E5%99%A8%E5%AD%B8%E7%BF%92-%E5%9F%BA%E7%A4%8E%E6%95%B8%E5%AD%B8-%E4%B8%89-%E6%A2%AF%E5%BA%A6%E6%9C%80%E4%BD%B3%E8%A7%A3%E7%9B%B8%E9%97%9C%E7%AE%97%E6%B3%95-gradient-descent-optimization-algorithms-b61ed1478bd7" TargetMode="External"/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3" Type="http://schemas.openxmlformats.org/officeDocument/2006/relationships/hyperlink" Target="https://medium.com/@chih.sheng.huang821/%E6%A9%9F%E5%99%A8%E5%AD%B8%E7%BF%92-%E5%9F%BA%E7%A4%8E%E6%95%B8%E5%AD%B8-%E4%B8%89-%E6%A2%AF%E5%BA%A6%E6%9C%80%E4%BD%B3%E8%A7%A3%E7%9B%B8%E9%97%9C%E7%AE%97%E6%B3%95-gradient-descent-optimization-algorithms-b61ed1478bd7" TargetMode="External"/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3" Type="http://schemas.openxmlformats.org/officeDocument/2006/relationships/hyperlink" Target="https://medium.com/@chih.sheng.huang821/%E6%A9%9F%E5%99%A8%E5%AD%B8%E7%BF%92-%E5%9F%BA%E7%A4%8E%E6%95%B8%E5%AD%B8-%E4%B8%89-%E6%A2%AF%E5%BA%A6%E6%9C%80%E4%BD%B3%E8%A7%A3%E7%9B%B8%E9%97%9C%E7%AE%97%E6%B3%95-gradient-descent-optimization-algorithms-b61ed1478bd7" TargetMode="External"/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影像版面配置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備忘稿版面配置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4" name="頁尾版面配置區 3"/>
          <p:cNvSpPr>
            <a:spLocks noGrp="1"/>
          </p:cNvSpPr>
          <p:nvPr>
            <p:ph type="ftr" sz="quarter" idx="4"/>
          </p:nvPr>
        </p:nvSpPr>
        <p:spPr/>
        <p:txBody>
          <a:bodyPr/>
          <a:lstStyle/>
          <a:p>
            <a:pPr algn="r"/>
            <a:r>
              <a:rPr lang="en-US" altLang="zh-TW"/>
              <a:t>© Institute for Information Industry. All rights reserved. </a:t>
            </a:r>
            <a:endParaRPr lang="zh-TW" altLang="en-US"/>
          </a:p>
        </p:txBody>
      </p:sp>
      <p:sp>
        <p:nvSpPr>
          <p:cNvPr id="5" name="投影片編號版面配置區 4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r>
              <a:rPr lang="en-US" altLang="zh-TW"/>
              <a:t>1-</a:t>
            </a:r>
            <a:fld id="{6F9E9FB9-4D1E-4A88-8F87-B34AFE16905A}" type="slidenum">
              <a:rPr lang="zh-TW" altLang="en-US" smtClean="0"/>
              <a:pPr/>
              <a:t>0</a:t>
            </a:fld>
            <a:endParaRPr lang="zh-TW" altLang="en-US"/>
          </a:p>
        </p:txBody>
      </p:sp>
      <p:sp>
        <p:nvSpPr>
          <p:cNvPr id="6" name="文字方塊 5">
            <a:extLst>
              <a:ext uri="{FF2B5EF4-FFF2-40B4-BE49-F238E27FC236}">
                <a16:creationId xmlns:a16="http://schemas.microsoft.com/office/drawing/2014/main" id="{11BF7A2D-EE60-43A8-8E8A-1CA3E7F4432C}"/>
              </a:ext>
            </a:extLst>
          </p:cNvPr>
          <p:cNvSpPr txBox="1"/>
          <p:nvPr/>
        </p:nvSpPr>
        <p:spPr>
          <a:xfrm>
            <a:off x="91232" y="8426053"/>
            <a:ext cx="662305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TW" altLang="en-US" sz="1200">
                <a:solidFill>
                  <a:srgbClr val="0000FF"/>
                </a:solidFill>
              </a:rPr>
              <a:t>每一個章節預估用</a:t>
            </a:r>
            <a:r>
              <a:rPr lang="en-US" altLang="zh-TW" sz="1200">
                <a:solidFill>
                  <a:srgbClr val="0000FF"/>
                </a:solidFill>
              </a:rPr>
              <a:t>30</a:t>
            </a:r>
            <a:r>
              <a:rPr lang="zh-TW" altLang="en-US" sz="1200">
                <a:solidFill>
                  <a:srgbClr val="0000FF"/>
                </a:solidFill>
              </a:rPr>
              <a:t>分鐘講授課程內容，</a:t>
            </a:r>
            <a:r>
              <a:rPr lang="en-US" altLang="zh-TW" sz="1200">
                <a:solidFill>
                  <a:srgbClr val="0000FF"/>
                </a:solidFill>
              </a:rPr>
              <a:t>20</a:t>
            </a:r>
            <a:r>
              <a:rPr lang="zh-TW" altLang="en-US" sz="1200">
                <a:solidFill>
                  <a:srgbClr val="0000FF"/>
                </a:solidFill>
              </a:rPr>
              <a:t>分鐘讓學員實做</a:t>
            </a:r>
            <a:r>
              <a:rPr lang="en-US" altLang="zh-TW" sz="1200">
                <a:solidFill>
                  <a:srgbClr val="0000FF"/>
                </a:solidFill>
              </a:rPr>
              <a:t>Lab</a:t>
            </a:r>
            <a:r>
              <a:rPr lang="zh-TW" altLang="en-US" sz="1200">
                <a:solidFill>
                  <a:srgbClr val="0000FF"/>
                </a:solidFill>
              </a:rPr>
              <a:t>，</a:t>
            </a:r>
            <a:r>
              <a:rPr lang="en-US" altLang="zh-TW" sz="1200">
                <a:solidFill>
                  <a:srgbClr val="0000FF"/>
                </a:solidFill>
              </a:rPr>
              <a:t>10</a:t>
            </a:r>
            <a:r>
              <a:rPr lang="zh-TW" altLang="en-US" sz="1200">
                <a:solidFill>
                  <a:srgbClr val="0000FF"/>
                </a:solidFill>
              </a:rPr>
              <a:t>分鐘討論或休息。</a:t>
            </a:r>
          </a:p>
          <a:p>
            <a:endParaRPr lang="zh-TW" altLang="en-US" sz="1200">
              <a:solidFill>
                <a:srgbClr val="0000FF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522231677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4"/>
          </p:nvPr>
        </p:nvSpPr>
        <p:spPr/>
        <p:txBody>
          <a:bodyPr/>
          <a:lstStyle/>
          <a:p>
            <a:pPr algn="r"/>
            <a:r>
              <a:rPr lang="en-US" altLang="zh-TW"/>
              <a:t>© Institute for Information Industry. All rights reserved. </a:t>
            </a:r>
            <a:endParaRPr lang="zh-TW" alt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r>
              <a:rPr lang="en-US" altLang="zh-TW"/>
              <a:t>1-</a:t>
            </a:r>
            <a:fld id="{6F9E9FB9-4D1E-4A88-8F87-B34AFE16905A}" type="slidenum">
              <a:rPr lang="zh-TW" altLang="en-US" smtClean="0"/>
              <a:pPr/>
              <a:t>1</a:t>
            </a:fld>
            <a:endParaRPr lang="zh-TW" altLang="en-US"/>
          </a:p>
        </p:txBody>
      </p:sp>
      <p:sp>
        <p:nvSpPr>
          <p:cNvPr id="7" name="文字方塊 5">
            <a:extLst>
              <a:ext uri="{FF2B5EF4-FFF2-40B4-BE49-F238E27FC236}">
                <a16:creationId xmlns:a16="http://schemas.microsoft.com/office/drawing/2014/main" id="{1D05AC55-597A-4D2A-AE03-3E3DA8F10BBC}"/>
              </a:ext>
            </a:extLst>
          </p:cNvPr>
          <p:cNvSpPr txBox="1"/>
          <p:nvPr/>
        </p:nvSpPr>
        <p:spPr>
          <a:xfrm>
            <a:off x="91232" y="8354045"/>
            <a:ext cx="6623050" cy="138499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TW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228600" indent="-228600">
              <a:buAutoNum type="arabicPeriod"/>
            </a:pPr>
            <a:r>
              <a:rPr lang="en-US" altLang="zh-TW" sz="1200">
                <a:solidFill>
                  <a:srgbClr val="0000FF"/>
                </a:solidFill>
              </a:rPr>
              <a:t>Backpropagation</a:t>
            </a:r>
            <a:r>
              <a:rPr lang="zh-TW" altLang="en-US" sz="1200">
                <a:solidFill>
                  <a:srgbClr val="0000FF"/>
                </a:solidFill>
              </a:rPr>
              <a:t>是一種與最優化方結合使用的，用來訓練神經網路的常見方法</a:t>
            </a:r>
            <a:endParaRPr lang="en-US" altLang="zh-TW" sz="1200">
              <a:solidFill>
                <a:srgbClr val="0000FF"/>
              </a:solidFill>
            </a:endParaRPr>
          </a:p>
          <a:p>
            <a:pPr marL="228600" indent="-228600">
              <a:buAutoNum type="arabicPeriod"/>
            </a:pPr>
            <a:r>
              <a:rPr lang="en-US" altLang="zh-TW" sz="1200">
                <a:hlinkClick r:id="rId3"/>
              </a:rPr>
              <a:t>https://medium.com/@chih.sheng.huang821/%E6%A9%9F%E5%99%A8%E5%AD%B8%E7%BF%92-%E5%9F%BA%E7%A4%8E%E6%95%B8%E5%AD%B8-%E4%B8%89-%E6%A2%AF%E5%BA%A6%E6%9C%80%E4%BD%B3%E8%A7%A3%E7%9B%B8%E9%97%9C%E7%AE%97%E6%B3%95-gradient-descent-optimization-algorithms-b61ed1478bd7 </a:t>
            </a:r>
            <a:endParaRPr lang="en-US" altLang="zh-TW" sz="1200"/>
          </a:p>
          <a:p>
            <a:pPr marL="228600" indent="-228600">
              <a:buAutoNum type="arabicPeriod"/>
            </a:pPr>
            <a:r>
              <a:rPr lang="en-US" altLang="zh-TW" sz="1200">
                <a:solidFill>
                  <a:srgbClr val="0000FF"/>
                </a:solidFill>
              </a:rPr>
              <a:t>Learning rate </a:t>
            </a:r>
            <a:r>
              <a:rPr lang="zh-TW" altLang="en-US" sz="1200">
                <a:solidFill>
                  <a:srgbClr val="0000FF"/>
                </a:solidFill>
              </a:rPr>
              <a:t>調整會對訓練有很大影響</a:t>
            </a:r>
          </a:p>
        </p:txBody>
      </p:sp>
    </p:spTree>
    <p:extLst>
      <p:ext uri="{BB962C8B-B14F-4D97-AF65-F5344CB8AC3E}">
        <p14:creationId xmlns:p14="http://schemas.microsoft.com/office/powerpoint/2010/main" val="1214708449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174F575-96AF-160B-4213-D25CCE95AA7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661B2EA1-E102-61AC-39AB-B57D390E7ACA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32A4D406-103F-7EB0-F85F-405664A0202E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5685841B-64E9-FD32-AE76-24CD8CE8EE9C}"/>
              </a:ext>
            </a:extLst>
          </p:cNvPr>
          <p:cNvSpPr>
            <a:spLocks noGrp="1"/>
          </p:cNvSpPr>
          <p:nvPr>
            <p:ph type="ftr" sz="quarter" idx="4"/>
          </p:nvPr>
        </p:nvSpPr>
        <p:spPr/>
        <p:txBody>
          <a:bodyPr/>
          <a:lstStyle/>
          <a:p>
            <a:pPr algn="r"/>
            <a:r>
              <a:rPr lang="en-US" altLang="zh-TW"/>
              <a:t>© Institute for Information Industry. All rights reserved. </a:t>
            </a:r>
            <a:endParaRPr lang="zh-TW" alt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B1AD4A93-6C24-8278-5CE5-1C7703DCDE25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r>
              <a:rPr lang="en-US" altLang="zh-TW"/>
              <a:t>1-</a:t>
            </a:r>
            <a:fld id="{6F9E9FB9-4D1E-4A88-8F87-B34AFE16905A}" type="slidenum">
              <a:rPr lang="zh-TW" altLang="en-US" smtClean="0"/>
              <a:pPr/>
              <a:t>2</a:t>
            </a:fld>
            <a:endParaRPr lang="zh-TW" altLang="en-US"/>
          </a:p>
        </p:txBody>
      </p:sp>
      <p:sp>
        <p:nvSpPr>
          <p:cNvPr id="7" name="文字方塊 5">
            <a:extLst>
              <a:ext uri="{FF2B5EF4-FFF2-40B4-BE49-F238E27FC236}">
                <a16:creationId xmlns:a16="http://schemas.microsoft.com/office/drawing/2014/main" id="{BF407100-AD2C-8B04-6E80-E5AFDA1AD5DE}"/>
              </a:ext>
            </a:extLst>
          </p:cNvPr>
          <p:cNvSpPr txBox="1"/>
          <p:nvPr/>
        </p:nvSpPr>
        <p:spPr>
          <a:xfrm>
            <a:off x="91232" y="8354045"/>
            <a:ext cx="6623050" cy="138499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TW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228600" indent="-228600">
              <a:buAutoNum type="arabicPeriod"/>
            </a:pPr>
            <a:r>
              <a:rPr lang="en-US" altLang="zh-TW" sz="1200">
                <a:solidFill>
                  <a:srgbClr val="0000FF"/>
                </a:solidFill>
              </a:rPr>
              <a:t>Backpropagation</a:t>
            </a:r>
            <a:r>
              <a:rPr lang="zh-TW" altLang="en-US" sz="1200">
                <a:solidFill>
                  <a:srgbClr val="0000FF"/>
                </a:solidFill>
              </a:rPr>
              <a:t>是一種與最優化方結合使用的，用來訓練神經網路的常見方法</a:t>
            </a:r>
            <a:endParaRPr lang="en-US" altLang="zh-TW" sz="1200">
              <a:solidFill>
                <a:srgbClr val="0000FF"/>
              </a:solidFill>
            </a:endParaRPr>
          </a:p>
          <a:p>
            <a:pPr marL="228600" indent="-228600">
              <a:buAutoNum type="arabicPeriod"/>
            </a:pPr>
            <a:r>
              <a:rPr lang="en-US" altLang="zh-TW" sz="1200">
                <a:hlinkClick r:id="rId3"/>
              </a:rPr>
              <a:t>https://medium.com/@chih.sheng.huang821/%E6%A9%9F%E5%99%A8%E5%AD%B8%E7%BF%92-%E5%9F%BA%E7%A4%8E%E6%95%B8%E5%AD%B8-%E4%B8%89-%E6%A2%AF%E5%BA%A6%E6%9C%80%E4%BD%B3%E8%A7%A3%E7%9B%B8%E9%97%9C%E7%AE%97%E6%B3%95-gradient-descent-optimization-algorithms-b61ed1478bd7 </a:t>
            </a:r>
            <a:endParaRPr lang="en-US" altLang="zh-TW" sz="1200"/>
          </a:p>
          <a:p>
            <a:pPr marL="228600" indent="-228600">
              <a:buAutoNum type="arabicPeriod"/>
            </a:pPr>
            <a:r>
              <a:rPr lang="en-US" altLang="zh-TW" sz="1200">
                <a:solidFill>
                  <a:srgbClr val="0000FF"/>
                </a:solidFill>
              </a:rPr>
              <a:t>Learning rate </a:t>
            </a:r>
            <a:r>
              <a:rPr lang="zh-TW" altLang="en-US" sz="1200">
                <a:solidFill>
                  <a:srgbClr val="0000FF"/>
                </a:solidFill>
              </a:rPr>
              <a:t>調整會對訓練有很大影響</a:t>
            </a:r>
          </a:p>
        </p:txBody>
      </p:sp>
    </p:spTree>
    <p:extLst>
      <p:ext uri="{BB962C8B-B14F-4D97-AF65-F5344CB8AC3E}">
        <p14:creationId xmlns:p14="http://schemas.microsoft.com/office/powerpoint/2010/main" val="3531404764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5B10410-75A0-7A65-3C8A-F7485AE455D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36BE0DC9-54E8-9240-FAC7-B9EC9F618072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57A1D3FE-16BB-9534-A50A-8F53D0E83EDB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EBFA9B0A-BC07-7D57-54FC-3040E8666009}"/>
              </a:ext>
            </a:extLst>
          </p:cNvPr>
          <p:cNvSpPr>
            <a:spLocks noGrp="1"/>
          </p:cNvSpPr>
          <p:nvPr>
            <p:ph type="ftr" sz="quarter" idx="4"/>
          </p:nvPr>
        </p:nvSpPr>
        <p:spPr/>
        <p:txBody>
          <a:bodyPr/>
          <a:lstStyle/>
          <a:p>
            <a:pPr algn="r"/>
            <a:r>
              <a:rPr lang="en-US" altLang="zh-TW"/>
              <a:t>© Institute for Information Industry. All rights reserved. </a:t>
            </a:r>
            <a:endParaRPr lang="zh-TW" alt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A856142F-F46D-E120-1230-5D8245B3C4D6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r>
              <a:rPr lang="en-US" altLang="zh-TW"/>
              <a:t>1-</a:t>
            </a:r>
            <a:fld id="{6F9E9FB9-4D1E-4A88-8F87-B34AFE16905A}" type="slidenum">
              <a:rPr lang="zh-TW" altLang="en-US" smtClean="0"/>
              <a:pPr/>
              <a:t>3</a:t>
            </a:fld>
            <a:endParaRPr lang="zh-TW" altLang="en-US"/>
          </a:p>
        </p:txBody>
      </p:sp>
      <p:sp>
        <p:nvSpPr>
          <p:cNvPr id="7" name="文字方塊 5">
            <a:extLst>
              <a:ext uri="{FF2B5EF4-FFF2-40B4-BE49-F238E27FC236}">
                <a16:creationId xmlns:a16="http://schemas.microsoft.com/office/drawing/2014/main" id="{76F5D3B5-B27E-A610-496D-883A0C05A62A}"/>
              </a:ext>
            </a:extLst>
          </p:cNvPr>
          <p:cNvSpPr txBox="1"/>
          <p:nvPr/>
        </p:nvSpPr>
        <p:spPr>
          <a:xfrm>
            <a:off x="91232" y="8354045"/>
            <a:ext cx="6623050" cy="138499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TW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228600" indent="-228600">
              <a:buAutoNum type="arabicPeriod"/>
            </a:pPr>
            <a:r>
              <a:rPr lang="en-US" altLang="zh-TW" sz="1200">
                <a:solidFill>
                  <a:srgbClr val="0000FF"/>
                </a:solidFill>
              </a:rPr>
              <a:t>Backpropagation</a:t>
            </a:r>
            <a:r>
              <a:rPr lang="zh-TW" altLang="en-US" sz="1200">
                <a:solidFill>
                  <a:srgbClr val="0000FF"/>
                </a:solidFill>
              </a:rPr>
              <a:t>是一種與最優化方結合使用的，用來訓練神經網路的常見方法</a:t>
            </a:r>
            <a:endParaRPr lang="en-US" altLang="zh-TW" sz="1200">
              <a:solidFill>
                <a:srgbClr val="0000FF"/>
              </a:solidFill>
            </a:endParaRPr>
          </a:p>
          <a:p>
            <a:pPr marL="228600" indent="-228600">
              <a:buAutoNum type="arabicPeriod"/>
            </a:pPr>
            <a:r>
              <a:rPr lang="en-US" altLang="zh-TW" sz="1200">
                <a:hlinkClick r:id="rId3"/>
              </a:rPr>
              <a:t>https://medium.com/@chih.sheng.huang821/%E6%A9%9F%E5%99%A8%E5%AD%B8%E7%BF%92-%E5%9F%BA%E7%A4%8E%E6%95%B8%E5%AD%B8-%E4%B8%89-%E6%A2%AF%E5%BA%A6%E6%9C%80%E4%BD%B3%E8%A7%A3%E7%9B%B8%E9%97%9C%E7%AE%97%E6%B3%95-gradient-descent-optimization-algorithms-b61ed1478bd7 </a:t>
            </a:r>
            <a:endParaRPr lang="en-US" altLang="zh-TW" sz="1200"/>
          </a:p>
          <a:p>
            <a:pPr marL="228600" indent="-228600">
              <a:buAutoNum type="arabicPeriod"/>
            </a:pPr>
            <a:r>
              <a:rPr lang="en-US" altLang="zh-TW" sz="1200">
                <a:solidFill>
                  <a:srgbClr val="0000FF"/>
                </a:solidFill>
              </a:rPr>
              <a:t>Learning rate </a:t>
            </a:r>
            <a:r>
              <a:rPr lang="zh-TW" altLang="en-US" sz="1200">
                <a:solidFill>
                  <a:srgbClr val="0000FF"/>
                </a:solidFill>
              </a:rPr>
              <a:t>調整會對訓練有很大影響</a:t>
            </a:r>
          </a:p>
        </p:txBody>
      </p:sp>
    </p:spTree>
    <p:extLst>
      <p:ext uri="{BB962C8B-B14F-4D97-AF65-F5344CB8AC3E}">
        <p14:creationId xmlns:p14="http://schemas.microsoft.com/office/powerpoint/2010/main" val="1024739112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CFEA200-C3FA-5E95-78BF-96AB0E3DB7E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112CD6B2-7EF7-853A-8B7D-C729AA08D441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F2CE9352-9614-E63F-BBCB-AA50ABD6BF3D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E20A1EC2-6EDE-A7B9-024E-4BFDC3422773}"/>
              </a:ext>
            </a:extLst>
          </p:cNvPr>
          <p:cNvSpPr>
            <a:spLocks noGrp="1"/>
          </p:cNvSpPr>
          <p:nvPr>
            <p:ph type="ftr" sz="quarter" idx="4"/>
          </p:nvPr>
        </p:nvSpPr>
        <p:spPr/>
        <p:txBody>
          <a:bodyPr/>
          <a:lstStyle/>
          <a:p>
            <a:pPr algn="r"/>
            <a:r>
              <a:rPr lang="en-US" altLang="zh-TW"/>
              <a:t>© Institute for Information Industry. All rights reserved. </a:t>
            </a:r>
            <a:endParaRPr lang="zh-TW" alt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0251C6A7-5E47-6A58-13AC-51A857A4D886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r>
              <a:rPr lang="en-US" altLang="zh-TW"/>
              <a:t>1-</a:t>
            </a:r>
            <a:fld id="{6F9E9FB9-4D1E-4A88-8F87-B34AFE16905A}" type="slidenum">
              <a:rPr lang="zh-TW" altLang="en-US" smtClean="0"/>
              <a:pPr/>
              <a:t>4</a:t>
            </a:fld>
            <a:endParaRPr lang="zh-TW" altLang="en-US"/>
          </a:p>
        </p:txBody>
      </p:sp>
      <p:sp>
        <p:nvSpPr>
          <p:cNvPr id="7" name="文字方塊 5">
            <a:extLst>
              <a:ext uri="{FF2B5EF4-FFF2-40B4-BE49-F238E27FC236}">
                <a16:creationId xmlns:a16="http://schemas.microsoft.com/office/drawing/2014/main" id="{B7F2C523-3C1C-F296-2A10-011D7A9BE566}"/>
              </a:ext>
            </a:extLst>
          </p:cNvPr>
          <p:cNvSpPr txBox="1"/>
          <p:nvPr/>
        </p:nvSpPr>
        <p:spPr>
          <a:xfrm>
            <a:off x="91232" y="8354045"/>
            <a:ext cx="6623050" cy="138499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TW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228600" indent="-228600">
              <a:buAutoNum type="arabicPeriod"/>
            </a:pPr>
            <a:r>
              <a:rPr lang="en-US" altLang="zh-TW" sz="1200">
                <a:solidFill>
                  <a:srgbClr val="0000FF"/>
                </a:solidFill>
              </a:rPr>
              <a:t>Backpropagation</a:t>
            </a:r>
            <a:r>
              <a:rPr lang="zh-TW" altLang="en-US" sz="1200">
                <a:solidFill>
                  <a:srgbClr val="0000FF"/>
                </a:solidFill>
              </a:rPr>
              <a:t>是一種與最優化方結合使用的，用來訓練神經網路的常見方法</a:t>
            </a:r>
            <a:endParaRPr lang="en-US" altLang="zh-TW" sz="1200">
              <a:solidFill>
                <a:srgbClr val="0000FF"/>
              </a:solidFill>
            </a:endParaRPr>
          </a:p>
          <a:p>
            <a:pPr marL="228600" indent="-228600">
              <a:buAutoNum type="arabicPeriod"/>
            </a:pPr>
            <a:r>
              <a:rPr lang="en-US" altLang="zh-TW" sz="1200">
                <a:hlinkClick r:id="rId3"/>
              </a:rPr>
              <a:t>https://medium.com/@chih.sheng.huang821/%E6%A9%9F%E5%99%A8%E5%AD%B8%E7%BF%92-%E5%9F%BA%E7%A4%8E%E6%95%B8%E5%AD%B8-%E4%B8%89-%E6%A2%AF%E5%BA%A6%E6%9C%80%E4%BD%B3%E8%A7%A3%E7%9B%B8%E9%97%9C%E7%AE%97%E6%B3%95-gradient-descent-optimization-algorithms-b61ed1478bd7 </a:t>
            </a:r>
            <a:endParaRPr lang="en-US" altLang="zh-TW" sz="1200"/>
          </a:p>
          <a:p>
            <a:pPr marL="228600" indent="-228600">
              <a:buAutoNum type="arabicPeriod"/>
            </a:pPr>
            <a:r>
              <a:rPr lang="en-US" altLang="zh-TW" sz="1200">
                <a:solidFill>
                  <a:srgbClr val="0000FF"/>
                </a:solidFill>
              </a:rPr>
              <a:t>Learning rate </a:t>
            </a:r>
            <a:r>
              <a:rPr lang="zh-TW" altLang="en-US" sz="1200">
                <a:solidFill>
                  <a:srgbClr val="0000FF"/>
                </a:solidFill>
              </a:rPr>
              <a:t>調整會對訓練有很大影響</a:t>
            </a:r>
          </a:p>
        </p:txBody>
      </p:sp>
    </p:spTree>
    <p:extLst>
      <p:ext uri="{BB962C8B-B14F-4D97-AF65-F5344CB8AC3E}">
        <p14:creationId xmlns:p14="http://schemas.microsoft.com/office/powerpoint/2010/main" val="1436060206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封面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 hasCustomPrompt="1"/>
          </p:nvPr>
        </p:nvSpPr>
        <p:spPr>
          <a:xfrm>
            <a:off x="453940" y="2852936"/>
            <a:ext cx="11247040" cy="692696"/>
          </a:xfrm>
        </p:spPr>
        <p:txBody>
          <a:bodyPr/>
          <a:lstStyle>
            <a:lvl1pPr algn="ctr">
              <a:defRPr sz="5000">
                <a:solidFill>
                  <a:srgbClr val="0000FF"/>
                </a:solidFill>
              </a:defRPr>
            </a:lvl1pPr>
          </a:lstStyle>
          <a:p>
            <a:r>
              <a:rPr lang="zh-TW" altLang="en-US"/>
              <a:t>封面</a:t>
            </a:r>
          </a:p>
        </p:txBody>
      </p:sp>
      <p:sp>
        <p:nvSpPr>
          <p:cNvPr id="5" name="副標題 2"/>
          <p:cNvSpPr>
            <a:spLocks noGrp="1"/>
          </p:cNvSpPr>
          <p:nvPr>
            <p:ph type="subTitle" idx="1"/>
          </p:nvPr>
        </p:nvSpPr>
        <p:spPr>
          <a:xfrm>
            <a:off x="1828800" y="3861048"/>
            <a:ext cx="8534400" cy="1752600"/>
          </a:xfrm>
        </p:spPr>
        <p:txBody>
          <a:bodyPr>
            <a:normAutofit/>
          </a:bodyPr>
          <a:lstStyle>
            <a:lvl1pPr marL="0" indent="0" algn="ctr">
              <a:buNone/>
              <a:defRPr sz="2800">
                <a:solidFill>
                  <a:srgbClr val="0000FF"/>
                </a:solidFill>
              </a:defRPr>
            </a:lvl1pPr>
            <a:lvl2pPr marL="562722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1125444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688165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2250887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813609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3376331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939052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4501774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zh-TW" altLang="en-US"/>
              <a:t>按一下以編輯母片子標題樣式</a:t>
            </a:r>
          </a:p>
        </p:txBody>
      </p:sp>
      <p:sp>
        <p:nvSpPr>
          <p:cNvPr id="6" name="文字方塊 5">
            <a:extLst>
              <a:ext uri="{FF2B5EF4-FFF2-40B4-BE49-F238E27FC236}">
                <a16:creationId xmlns:a16="http://schemas.microsoft.com/office/drawing/2014/main" id="{BA592F39-E5A5-4CE6-B04B-B4DCCEDFCE8D}"/>
              </a:ext>
            </a:extLst>
          </p:cNvPr>
          <p:cNvSpPr txBox="1"/>
          <p:nvPr userDrawn="1"/>
        </p:nvSpPr>
        <p:spPr>
          <a:xfrm>
            <a:off x="4677996" y="1534141"/>
            <a:ext cx="2836007" cy="774058"/>
          </a:xfrm>
          <a:prstGeom prst="rect">
            <a:avLst/>
          </a:prstGeom>
          <a:solidFill>
            <a:srgbClr val="FFFFFF"/>
          </a:solidFill>
        </p:spPr>
        <p:txBody>
          <a:bodyPr wrap="square" rtlCol="0">
            <a:spAutoFit/>
          </a:bodyPr>
          <a:lstStyle/>
          <a:p>
            <a:endParaRPr lang="en-US" altLang="zh-TW" sz="2215">
              <a:solidFill>
                <a:schemeClr val="tx1">
                  <a:lumMod val="75000"/>
                </a:schemeClr>
              </a:solidFill>
            </a:endParaRPr>
          </a:p>
          <a:p>
            <a:endParaRPr lang="zh-TW" altLang="en-US" sz="2215" err="1">
              <a:solidFill>
                <a:schemeClr val="tx1">
                  <a:lumMod val="75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83606502"/>
      </p:ext>
    </p:extLst>
  </p:cSld>
  <p:clrMapOvr>
    <a:masterClrMapping/>
  </p:clrMapOvr>
  <p:hf hdr="0" dt="0"/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標題投影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ctrTitle"/>
          </p:nvPr>
        </p:nvSpPr>
        <p:spPr>
          <a:xfrm>
            <a:off x="914400" y="2130426"/>
            <a:ext cx="10363200" cy="1470025"/>
          </a:xfrm>
        </p:spPr>
        <p:txBody>
          <a:bodyPr/>
          <a:lstStyle>
            <a:lvl1pPr>
              <a:defRPr sz="5000">
                <a:solidFill>
                  <a:srgbClr val="0000FF"/>
                </a:solidFill>
              </a:defRPr>
            </a:lvl1pPr>
          </a:lstStyle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副標題 2"/>
          <p:cNvSpPr>
            <a:spLocks noGrp="1"/>
          </p:cNvSpPr>
          <p:nvPr>
            <p:ph type="subTitle" idx="1"/>
          </p:nvPr>
        </p:nvSpPr>
        <p:spPr>
          <a:xfrm>
            <a:off x="1828800" y="3861048"/>
            <a:ext cx="8534400" cy="1752600"/>
          </a:xfrm>
        </p:spPr>
        <p:txBody>
          <a:bodyPr>
            <a:normAutofit/>
          </a:bodyPr>
          <a:lstStyle>
            <a:lvl1pPr marL="0" indent="0" algn="ctr">
              <a:buNone/>
              <a:defRPr sz="2800">
                <a:solidFill>
                  <a:srgbClr val="0000FF"/>
                </a:solidFill>
              </a:defRPr>
            </a:lvl1pPr>
            <a:lvl2pPr marL="562722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1125444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688165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2250887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813609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3376331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939052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4501774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zh-TW" altLang="en-US"/>
              <a:t>按一下以編輯母片子標題樣式</a:t>
            </a:r>
          </a:p>
        </p:txBody>
      </p:sp>
      <p:sp>
        <p:nvSpPr>
          <p:cNvPr id="7" name="文字方塊 6">
            <a:extLst>
              <a:ext uri="{FF2B5EF4-FFF2-40B4-BE49-F238E27FC236}">
                <a16:creationId xmlns:a16="http://schemas.microsoft.com/office/drawing/2014/main" id="{8D46DC4E-74EA-4FF4-9DAA-ED2D59AFB0F9}"/>
              </a:ext>
            </a:extLst>
          </p:cNvPr>
          <p:cNvSpPr txBox="1"/>
          <p:nvPr userDrawn="1"/>
        </p:nvSpPr>
        <p:spPr>
          <a:xfrm>
            <a:off x="33051" y="6421116"/>
            <a:ext cx="12195531" cy="307777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ctr"/>
            <a:fld id="{3D871D07-058C-4994-9693-01DD34BE43B0}" type="slidenum">
              <a:rPr lang="en-US" altLang="zh-TW" sz="2000" smtClean="0">
                <a:solidFill>
                  <a:srgbClr val="000000"/>
                </a:solidFill>
                <a:effectLst/>
              </a:rPr>
              <a:pPr algn="ctr"/>
              <a:t>‹#›</a:t>
            </a:fld>
            <a:endParaRPr lang="zh-TW" altLang="en-US" sz="2000" err="1">
              <a:solidFill>
                <a:srgbClr val="000000"/>
              </a:solidFill>
              <a:effectLst/>
            </a:endParaRPr>
          </a:p>
        </p:txBody>
      </p:sp>
    </p:spTree>
    <p:extLst>
      <p:ext uri="{BB962C8B-B14F-4D97-AF65-F5344CB8AC3E}">
        <p14:creationId xmlns:p14="http://schemas.microsoft.com/office/powerpoint/2010/main" val="2323463714"/>
      </p:ext>
    </p:extLst>
  </p:cSld>
  <p:clrMapOvr>
    <a:masterClrMapping/>
  </p:clrMapOvr>
  <p:hf sldNum="0" hdr="0" ftr="0" dt="0"/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標題及物件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>
                <a:solidFill>
                  <a:srgbClr val="FF0000"/>
                </a:solidFill>
              </a:defRPr>
            </a:lvl1pPr>
          </a:lstStyle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/>
        <p:txBody>
          <a:bodyPr/>
          <a:lstStyle>
            <a:lvl1pPr>
              <a:lnSpc>
                <a:spcPct val="100000"/>
              </a:lnSpc>
              <a:spcBef>
                <a:spcPts val="738"/>
              </a:spcBef>
              <a:spcAft>
                <a:spcPts val="738"/>
              </a:spcAft>
              <a:defRPr b="1">
                <a:solidFill>
                  <a:srgbClr val="000000"/>
                </a:solidFill>
              </a:defRPr>
            </a:lvl1pPr>
            <a:lvl2pPr>
              <a:lnSpc>
                <a:spcPct val="100000"/>
              </a:lnSpc>
              <a:spcBef>
                <a:spcPts val="738"/>
              </a:spcBef>
              <a:spcAft>
                <a:spcPts val="738"/>
              </a:spcAft>
              <a:defRPr>
                <a:solidFill>
                  <a:srgbClr val="000000"/>
                </a:solidFill>
              </a:defRPr>
            </a:lvl2pPr>
            <a:lvl3pPr marL="1324741" indent="-328254">
              <a:lnSpc>
                <a:spcPct val="100000"/>
              </a:lnSpc>
              <a:spcBef>
                <a:spcPts val="738"/>
              </a:spcBef>
              <a:spcAft>
                <a:spcPts val="738"/>
              </a:spcAft>
              <a:defRPr>
                <a:solidFill>
                  <a:srgbClr val="000000"/>
                </a:solidFill>
              </a:defRPr>
            </a:lvl3pPr>
            <a:lvl4pPr marL="1652995" indent="-222744">
              <a:lnSpc>
                <a:spcPct val="100000"/>
              </a:lnSpc>
              <a:spcBef>
                <a:spcPts val="738"/>
              </a:spcBef>
              <a:spcAft>
                <a:spcPts val="738"/>
              </a:spcAft>
              <a:defRPr>
                <a:solidFill>
                  <a:srgbClr val="000000"/>
                </a:solidFill>
              </a:defRPr>
            </a:lvl4pPr>
            <a:lvl5pPr marL="1992973" indent="-339978">
              <a:lnSpc>
                <a:spcPct val="100000"/>
              </a:lnSpc>
              <a:spcBef>
                <a:spcPts val="738"/>
              </a:spcBef>
              <a:spcAft>
                <a:spcPts val="738"/>
              </a:spcAft>
              <a:tabLst>
                <a:tab pos="9824184" algn="l"/>
              </a:tabLst>
              <a:defRPr>
                <a:solidFill>
                  <a:srgbClr val="000000"/>
                </a:solidFill>
              </a:defRPr>
            </a:lvl5pPr>
          </a:lstStyle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6" name="文字方塊 5">
            <a:extLst>
              <a:ext uri="{FF2B5EF4-FFF2-40B4-BE49-F238E27FC236}">
                <a16:creationId xmlns:a16="http://schemas.microsoft.com/office/drawing/2014/main" id="{B5418C1F-6B55-4A71-AFFD-089A51282D0F}"/>
              </a:ext>
            </a:extLst>
          </p:cNvPr>
          <p:cNvSpPr txBox="1"/>
          <p:nvPr userDrawn="1"/>
        </p:nvSpPr>
        <p:spPr>
          <a:xfrm>
            <a:off x="33051" y="6421116"/>
            <a:ext cx="12195531" cy="307777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ctr"/>
            <a:fld id="{3D871D07-058C-4994-9693-01DD34BE43B0}" type="slidenum">
              <a:rPr lang="en-US" altLang="zh-TW" sz="2000" smtClean="0">
                <a:solidFill>
                  <a:srgbClr val="000000"/>
                </a:solidFill>
                <a:effectLst/>
              </a:rPr>
              <a:pPr algn="ctr"/>
              <a:t>‹#›</a:t>
            </a:fld>
            <a:endParaRPr lang="zh-TW" altLang="en-US" sz="2000" err="1">
              <a:solidFill>
                <a:srgbClr val="000000"/>
              </a:solidFill>
              <a:effectLst/>
            </a:endParaRPr>
          </a:p>
        </p:txBody>
      </p:sp>
    </p:spTree>
    <p:extLst>
      <p:ext uri="{BB962C8B-B14F-4D97-AF65-F5344CB8AC3E}">
        <p14:creationId xmlns:p14="http://schemas.microsoft.com/office/powerpoint/2010/main" val="4106461826"/>
      </p:ext>
    </p:extLst>
  </p:cSld>
  <p:clrMapOvr>
    <a:masterClrMapping/>
  </p:clrMapOvr>
  <p:hf hdr="0" dt="0"/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兩項物件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609600" y="72008"/>
            <a:ext cx="11247040" cy="548680"/>
          </a:xfrm>
        </p:spPr>
        <p:txBody>
          <a:bodyPr/>
          <a:lstStyle>
            <a:lvl1pPr>
              <a:defRPr>
                <a:solidFill>
                  <a:srgbClr val="FF0000"/>
                </a:solidFill>
              </a:defRPr>
            </a:lvl1pPr>
          </a:lstStyle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內容版面配置區 2"/>
          <p:cNvSpPr>
            <a:spLocks noGrp="1"/>
          </p:cNvSpPr>
          <p:nvPr>
            <p:ph sz="half" idx="1"/>
          </p:nvPr>
        </p:nvSpPr>
        <p:spPr>
          <a:xfrm>
            <a:off x="335360" y="764704"/>
            <a:ext cx="6558267" cy="5616624"/>
          </a:xfrm>
        </p:spPr>
        <p:txBody>
          <a:bodyPr/>
          <a:lstStyle>
            <a:lvl1pPr>
              <a:defRPr sz="3446">
                <a:solidFill>
                  <a:srgbClr val="000000"/>
                </a:solidFill>
              </a:defRPr>
            </a:lvl1pPr>
            <a:lvl2pPr>
              <a:defRPr sz="2954">
                <a:solidFill>
                  <a:srgbClr val="000000"/>
                </a:solidFill>
              </a:defRPr>
            </a:lvl2pPr>
            <a:lvl3pPr>
              <a:defRPr sz="2462">
                <a:solidFill>
                  <a:srgbClr val="000000"/>
                </a:solidFill>
              </a:defRPr>
            </a:lvl3pPr>
            <a:lvl4pPr>
              <a:defRPr sz="2215">
                <a:solidFill>
                  <a:srgbClr val="000000"/>
                </a:solidFill>
              </a:defRPr>
            </a:lvl4pPr>
            <a:lvl5pPr>
              <a:defRPr sz="2215">
                <a:solidFill>
                  <a:srgbClr val="000000"/>
                </a:solidFill>
              </a:defRPr>
            </a:lvl5pPr>
            <a:lvl6pPr>
              <a:defRPr sz="2215"/>
            </a:lvl6pPr>
            <a:lvl7pPr>
              <a:defRPr sz="2215"/>
            </a:lvl7pPr>
            <a:lvl8pPr>
              <a:defRPr sz="2215"/>
            </a:lvl8pPr>
            <a:lvl9pPr>
              <a:defRPr sz="2215"/>
            </a:lvl9pPr>
          </a:lstStyle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內容版面配置區 3"/>
          <p:cNvSpPr>
            <a:spLocks noGrp="1"/>
          </p:cNvSpPr>
          <p:nvPr>
            <p:ph sz="half" idx="2" hasCustomPrompt="1"/>
          </p:nvPr>
        </p:nvSpPr>
        <p:spPr>
          <a:xfrm>
            <a:off x="7070878" y="764704"/>
            <a:ext cx="4785762" cy="5616624"/>
          </a:xfrm>
        </p:spPr>
        <p:txBody>
          <a:bodyPr/>
          <a:lstStyle>
            <a:lvl1pPr>
              <a:defRPr sz="3446">
                <a:solidFill>
                  <a:srgbClr val="000000"/>
                </a:solidFill>
              </a:defRPr>
            </a:lvl1pPr>
            <a:lvl2pPr>
              <a:defRPr sz="2954">
                <a:solidFill>
                  <a:srgbClr val="000000"/>
                </a:solidFill>
              </a:defRPr>
            </a:lvl2pPr>
            <a:lvl3pPr>
              <a:defRPr sz="2462">
                <a:solidFill>
                  <a:srgbClr val="000000"/>
                </a:solidFill>
              </a:defRPr>
            </a:lvl3pPr>
            <a:lvl4pPr>
              <a:defRPr sz="2215">
                <a:solidFill>
                  <a:srgbClr val="000000"/>
                </a:solidFill>
              </a:defRPr>
            </a:lvl4pPr>
            <a:lvl5pPr>
              <a:defRPr sz="2215">
                <a:solidFill>
                  <a:srgbClr val="000000"/>
                </a:solidFill>
              </a:defRPr>
            </a:lvl5pPr>
            <a:lvl6pPr>
              <a:defRPr sz="2215"/>
            </a:lvl6pPr>
            <a:lvl7pPr>
              <a:defRPr sz="2215"/>
            </a:lvl7pPr>
            <a:lvl8pPr>
              <a:defRPr sz="2215"/>
            </a:lvl8pPr>
            <a:lvl9pPr>
              <a:defRPr sz="2215"/>
            </a:lvl9pPr>
          </a:lstStyle>
          <a:p>
            <a:pPr lvl="0"/>
            <a:r>
              <a:rPr lang="zh-TW" altLang="en-US"/>
              <a:t>按一下編輯文字樣式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7" name="文字方塊 6">
            <a:extLst>
              <a:ext uri="{FF2B5EF4-FFF2-40B4-BE49-F238E27FC236}">
                <a16:creationId xmlns:a16="http://schemas.microsoft.com/office/drawing/2014/main" id="{0FAE68B8-99C7-40B9-B8F1-A798C021C439}"/>
              </a:ext>
            </a:extLst>
          </p:cNvPr>
          <p:cNvSpPr txBox="1"/>
          <p:nvPr userDrawn="1"/>
        </p:nvSpPr>
        <p:spPr>
          <a:xfrm>
            <a:off x="33051" y="6421116"/>
            <a:ext cx="12195531" cy="307777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ctr"/>
            <a:fld id="{3D871D07-058C-4994-9693-01DD34BE43B0}" type="slidenum">
              <a:rPr lang="en-US" altLang="zh-TW" sz="2000" smtClean="0">
                <a:solidFill>
                  <a:srgbClr val="000000"/>
                </a:solidFill>
                <a:effectLst/>
              </a:rPr>
              <a:pPr algn="ctr"/>
              <a:t>‹#›</a:t>
            </a:fld>
            <a:endParaRPr lang="zh-TW" altLang="en-US" sz="2000" err="1">
              <a:solidFill>
                <a:srgbClr val="000000"/>
              </a:solidFill>
              <a:effectLst/>
            </a:endParaRPr>
          </a:p>
        </p:txBody>
      </p:sp>
    </p:spTree>
    <p:extLst>
      <p:ext uri="{BB962C8B-B14F-4D97-AF65-F5344CB8AC3E}">
        <p14:creationId xmlns:p14="http://schemas.microsoft.com/office/powerpoint/2010/main" val="4116067170"/>
      </p:ext>
    </p:extLst>
  </p:cSld>
  <p:clrMapOvr>
    <a:masterClrMapping/>
  </p:clrMapOvr>
  <p:hf hdr="0" dt="0"/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對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>
                <a:solidFill>
                  <a:srgbClr val="FF0000"/>
                </a:solidFill>
              </a:defRPr>
            </a:lvl1pPr>
          </a:lstStyle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文字版面配置區 2"/>
          <p:cNvSpPr>
            <a:spLocks noGrp="1"/>
          </p:cNvSpPr>
          <p:nvPr>
            <p:ph type="body" idx="1"/>
          </p:nvPr>
        </p:nvSpPr>
        <p:spPr>
          <a:xfrm>
            <a:off x="246735" y="764704"/>
            <a:ext cx="6558267" cy="504056"/>
          </a:xfrm>
        </p:spPr>
        <p:txBody>
          <a:bodyPr anchor="b"/>
          <a:lstStyle>
            <a:lvl1pPr marL="0" indent="0">
              <a:buNone/>
              <a:defRPr sz="2954" b="1">
                <a:solidFill>
                  <a:srgbClr val="000000"/>
                </a:solidFill>
              </a:defRPr>
            </a:lvl1pPr>
            <a:lvl2pPr marL="562722" indent="0">
              <a:buNone/>
              <a:defRPr sz="2462" b="1"/>
            </a:lvl2pPr>
            <a:lvl3pPr marL="1125444" indent="0">
              <a:buNone/>
              <a:defRPr sz="2215" b="1"/>
            </a:lvl3pPr>
            <a:lvl4pPr marL="1688165" indent="0">
              <a:buNone/>
              <a:defRPr sz="1969" b="1"/>
            </a:lvl4pPr>
            <a:lvl5pPr marL="2250887" indent="0">
              <a:buNone/>
              <a:defRPr sz="1969" b="1"/>
            </a:lvl5pPr>
            <a:lvl6pPr marL="2813609" indent="0">
              <a:buNone/>
              <a:defRPr sz="1969" b="1"/>
            </a:lvl6pPr>
            <a:lvl7pPr marL="3376331" indent="0">
              <a:buNone/>
              <a:defRPr sz="1969" b="1"/>
            </a:lvl7pPr>
            <a:lvl8pPr marL="3939052" indent="0">
              <a:buNone/>
              <a:defRPr sz="1969" b="1"/>
            </a:lvl8pPr>
            <a:lvl9pPr marL="4501774" indent="0">
              <a:buNone/>
              <a:defRPr sz="1969" b="1"/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4" name="內容版面配置區 3"/>
          <p:cNvSpPr>
            <a:spLocks noGrp="1"/>
          </p:cNvSpPr>
          <p:nvPr>
            <p:ph sz="half" idx="2"/>
          </p:nvPr>
        </p:nvSpPr>
        <p:spPr>
          <a:xfrm>
            <a:off x="246735" y="1340768"/>
            <a:ext cx="6558267" cy="5112568"/>
          </a:xfrm>
        </p:spPr>
        <p:txBody>
          <a:bodyPr/>
          <a:lstStyle>
            <a:lvl1pPr>
              <a:defRPr sz="2954">
                <a:solidFill>
                  <a:srgbClr val="000000"/>
                </a:solidFill>
              </a:defRPr>
            </a:lvl1pPr>
            <a:lvl2pPr>
              <a:defRPr sz="2462">
                <a:solidFill>
                  <a:srgbClr val="000000"/>
                </a:solidFill>
              </a:defRPr>
            </a:lvl2pPr>
            <a:lvl3pPr>
              <a:defRPr sz="2215">
                <a:solidFill>
                  <a:srgbClr val="000000"/>
                </a:solidFill>
              </a:defRPr>
            </a:lvl3pPr>
            <a:lvl4pPr>
              <a:defRPr sz="1969">
                <a:solidFill>
                  <a:srgbClr val="000000"/>
                </a:solidFill>
              </a:defRPr>
            </a:lvl4pPr>
            <a:lvl5pPr>
              <a:defRPr sz="1969">
                <a:solidFill>
                  <a:srgbClr val="000000"/>
                </a:solidFill>
              </a:defRPr>
            </a:lvl5pPr>
            <a:lvl6pPr>
              <a:defRPr sz="1969"/>
            </a:lvl6pPr>
            <a:lvl7pPr>
              <a:defRPr sz="1969"/>
            </a:lvl7pPr>
            <a:lvl8pPr>
              <a:defRPr sz="1969"/>
            </a:lvl8pPr>
            <a:lvl9pPr>
              <a:defRPr sz="1969"/>
            </a:lvl9pPr>
          </a:lstStyle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5" name="文字版面配置區 4"/>
          <p:cNvSpPr>
            <a:spLocks noGrp="1"/>
          </p:cNvSpPr>
          <p:nvPr>
            <p:ph type="body" sz="quarter" idx="3"/>
          </p:nvPr>
        </p:nvSpPr>
        <p:spPr>
          <a:xfrm>
            <a:off x="6893627" y="764704"/>
            <a:ext cx="4945582" cy="504056"/>
          </a:xfrm>
        </p:spPr>
        <p:txBody>
          <a:bodyPr anchor="b"/>
          <a:lstStyle>
            <a:lvl1pPr marL="0" indent="0">
              <a:buNone/>
              <a:defRPr sz="2954" b="1">
                <a:solidFill>
                  <a:srgbClr val="000000"/>
                </a:solidFill>
              </a:defRPr>
            </a:lvl1pPr>
            <a:lvl2pPr marL="562722" indent="0">
              <a:buNone/>
              <a:defRPr sz="2462" b="1"/>
            </a:lvl2pPr>
            <a:lvl3pPr marL="1125444" indent="0">
              <a:buNone/>
              <a:defRPr sz="2215" b="1"/>
            </a:lvl3pPr>
            <a:lvl4pPr marL="1688165" indent="0">
              <a:buNone/>
              <a:defRPr sz="1969" b="1"/>
            </a:lvl4pPr>
            <a:lvl5pPr marL="2250887" indent="0">
              <a:buNone/>
              <a:defRPr sz="1969" b="1"/>
            </a:lvl5pPr>
            <a:lvl6pPr marL="2813609" indent="0">
              <a:buNone/>
              <a:defRPr sz="1969" b="1"/>
            </a:lvl6pPr>
            <a:lvl7pPr marL="3376331" indent="0">
              <a:buNone/>
              <a:defRPr sz="1969" b="1"/>
            </a:lvl7pPr>
            <a:lvl8pPr marL="3939052" indent="0">
              <a:buNone/>
              <a:defRPr sz="1969" b="1"/>
            </a:lvl8pPr>
            <a:lvl9pPr marL="4501774" indent="0">
              <a:buNone/>
              <a:defRPr sz="1969" b="1"/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6" name="內容版面配置區 5"/>
          <p:cNvSpPr>
            <a:spLocks noGrp="1"/>
          </p:cNvSpPr>
          <p:nvPr>
            <p:ph sz="quarter" idx="4" hasCustomPrompt="1"/>
          </p:nvPr>
        </p:nvSpPr>
        <p:spPr>
          <a:xfrm>
            <a:off x="6893627" y="1340768"/>
            <a:ext cx="4945582" cy="5112568"/>
          </a:xfrm>
        </p:spPr>
        <p:txBody>
          <a:bodyPr/>
          <a:lstStyle>
            <a:lvl1pPr>
              <a:defRPr sz="2954">
                <a:solidFill>
                  <a:srgbClr val="000000"/>
                </a:solidFill>
              </a:defRPr>
            </a:lvl1pPr>
            <a:lvl2pPr>
              <a:defRPr sz="2462">
                <a:solidFill>
                  <a:srgbClr val="000000"/>
                </a:solidFill>
              </a:defRPr>
            </a:lvl2pPr>
            <a:lvl3pPr>
              <a:defRPr sz="2215">
                <a:solidFill>
                  <a:srgbClr val="000000"/>
                </a:solidFill>
              </a:defRPr>
            </a:lvl3pPr>
            <a:lvl4pPr>
              <a:defRPr sz="1969">
                <a:solidFill>
                  <a:srgbClr val="000000"/>
                </a:solidFill>
              </a:defRPr>
            </a:lvl4pPr>
            <a:lvl5pPr>
              <a:defRPr sz="1969">
                <a:solidFill>
                  <a:srgbClr val="000000"/>
                </a:solidFill>
              </a:defRPr>
            </a:lvl5pPr>
            <a:lvl6pPr>
              <a:defRPr sz="1969"/>
            </a:lvl6pPr>
            <a:lvl7pPr>
              <a:defRPr sz="1969"/>
            </a:lvl7pPr>
            <a:lvl8pPr>
              <a:defRPr sz="1969"/>
            </a:lvl8pPr>
            <a:lvl9pPr>
              <a:defRPr sz="1969"/>
            </a:lvl9pPr>
          </a:lstStyle>
          <a:p>
            <a:pPr lvl="0"/>
            <a:r>
              <a:rPr lang="zh-TW" altLang="en-US"/>
              <a:t>按一下以編輯文字樣式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9" name="文字方塊 8">
            <a:extLst>
              <a:ext uri="{FF2B5EF4-FFF2-40B4-BE49-F238E27FC236}">
                <a16:creationId xmlns:a16="http://schemas.microsoft.com/office/drawing/2014/main" id="{22C7611D-A327-4D7A-B0CC-BD7C9B9F11E9}"/>
              </a:ext>
            </a:extLst>
          </p:cNvPr>
          <p:cNvSpPr txBox="1"/>
          <p:nvPr userDrawn="1"/>
        </p:nvSpPr>
        <p:spPr>
          <a:xfrm>
            <a:off x="33051" y="6421116"/>
            <a:ext cx="12195531" cy="307777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ctr"/>
            <a:fld id="{3D871D07-058C-4994-9693-01DD34BE43B0}" type="slidenum">
              <a:rPr lang="en-US" altLang="zh-TW" sz="2000" smtClean="0">
                <a:solidFill>
                  <a:srgbClr val="000000"/>
                </a:solidFill>
                <a:effectLst/>
              </a:rPr>
              <a:pPr algn="ctr"/>
              <a:t>‹#›</a:t>
            </a:fld>
            <a:endParaRPr lang="zh-TW" altLang="en-US" sz="2000" err="1">
              <a:solidFill>
                <a:srgbClr val="000000"/>
              </a:solidFill>
              <a:effectLst/>
            </a:endParaRPr>
          </a:p>
        </p:txBody>
      </p:sp>
    </p:spTree>
    <p:extLst>
      <p:ext uri="{BB962C8B-B14F-4D97-AF65-F5344CB8AC3E}">
        <p14:creationId xmlns:p14="http://schemas.microsoft.com/office/powerpoint/2010/main" val="2389333769"/>
      </p:ext>
    </p:extLst>
  </p:cSld>
  <p:clrMapOvr>
    <a:masterClrMapping/>
  </p:clrMapOvr>
  <p:hf hdr="0" dt="0"/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只有標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>
                <a:solidFill>
                  <a:srgbClr val="FF0000"/>
                </a:solidFill>
              </a:defRPr>
            </a:lvl1pPr>
          </a:lstStyle>
          <a:p>
            <a:r>
              <a:rPr lang="zh-TW" altLang="en-US"/>
              <a:t>按一下以編輯母片標題樣式</a:t>
            </a:r>
          </a:p>
        </p:txBody>
      </p:sp>
      <p:sp>
        <p:nvSpPr>
          <p:cNvPr id="4" name="文字方塊 3">
            <a:extLst>
              <a:ext uri="{FF2B5EF4-FFF2-40B4-BE49-F238E27FC236}">
                <a16:creationId xmlns:a16="http://schemas.microsoft.com/office/drawing/2014/main" id="{B56CA749-C98C-4DB3-9FF7-B1074AFD1EAF}"/>
              </a:ext>
            </a:extLst>
          </p:cNvPr>
          <p:cNvSpPr txBox="1"/>
          <p:nvPr userDrawn="1"/>
        </p:nvSpPr>
        <p:spPr>
          <a:xfrm>
            <a:off x="33051" y="6421116"/>
            <a:ext cx="12195531" cy="307777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ctr"/>
            <a:fld id="{3D871D07-058C-4994-9693-01DD34BE43B0}" type="slidenum">
              <a:rPr lang="en-US" altLang="zh-TW" sz="2000" smtClean="0">
                <a:solidFill>
                  <a:srgbClr val="000000"/>
                </a:solidFill>
                <a:effectLst/>
              </a:rPr>
              <a:pPr algn="ctr"/>
              <a:t>‹#›</a:t>
            </a:fld>
            <a:endParaRPr lang="zh-TW" altLang="en-US" sz="2000" err="1">
              <a:solidFill>
                <a:srgbClr val="000000"/>
              </a:solidFill>
              <a:effectLst/>
            </a:endParaRPr>
          </a:p>
        </p:txBody>
      </p:sp>
    </p:spTree>
    <p:extLst>
      <p:ext uri="{BB962C8B-B14F-4D97-AF65-F5344CB8AC3E}">
        <p14:creationId xmlns:p14="http://schemas.microsoft.com/office/powerpoint/2010/main" val="3591219130"/>
      </p:ext>
    </p:extLst>
  </p:cSld>
  <p:clrMapOvr>
    <a:masterClrMapping/>
  </p:clrMapOvr>
  <p:hf hdr="0" dt="0"/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文字方塊 2">
            <a:extLst>
              <a:ext uri="{FF2B5EF4-FFF2-40B4-BE49-F238E27FC236}">
                <a16:creationId xmlns:a16="http://schemas.microsoft.com/office/drawing/2014/main" id="{784F4EE5-BCBD-459C-B67D-EBB22C6F76DF}"/>
              </a:ext>
            </a:extLst>
          </p:cNvPr>
          <p:cNvSpPr txBox="1"/>
          <p:nvPr userDrawn="1"/>
        </p:nvSpPr>
        <p:spPr>
          <a:xfrm>
            <a:off x="33051" y="6421116"/>
            <a:ext cx="12195531" cy="307777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ctr"/>
            <a:fld id="{3D871D07-058C-4994-9693-01DD34BE43B0}" type="slidenum">
              <a:rPr lang="en-US" altLang="zh-TW" sz="2000" smtClean="0">
                <a:solidFill>
                  <a:srgbClr val="000000"/>
                </a:solidFill>
                <a:effectLst/>
              </a:rPr>
              <a:pPr algn="ctr"/>
              <a:t>‹#›</a:t>
            </a:fld>
            <a:endParaRPr lang="zh-TW" altLang="en-US" sz="2000" err="1">
              <a:solidFill>
                <a:srgbClr val="000000"/>
              </a:solidFill>
              <a:effectLst/>
            </a:endParaRPr>
          </a:p>
        </p:txBody>
      </p:sp>
    </p:spTree>
    <p:extLst>
      <p:ext uri="{BB962C8B-B14F-4D97-AF65-F5344CB8AC3E}">
        <p14:creationId xmlns:p14="http://schemas.microsoft.com/office/powerpoint/2010/main" val="3543546685"/>
      </p:ext>
    </p:extLst>
  </p:cSld>
  <p:clrMapOvr>
    <a:masterClrMapping/>
  </p:clrMapOvr>
  <p:hf hdr="0" dt="0"/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含標題的內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335360" y="273050"/>
            <a:ext cx="4285487" cy="1162050"/>
          </a:xfrm>
        </p:spPr>
        <p:txBody>
          <a:bodyPr anchor="b"/>
          <a:lstStyle>
            <a:lvl1pPr algn="l">
              <a:defRPr sz="2462" b="1">
                <a:solidFill>
                  <a:srgbClr val="000000"/>
                </a:solidFill>
              </a:defRPr>
            </a:lvl1pPr>
          </a:lstStyle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>
          <a:xfrm>
            <a:off x="4767385" y="273050"/>
            <a:ext cx="7089255" cy="6180286"/>
          </a:xfrm>
        </p:spPr>
        <p:txBody>
          <a:bodyPr/>
          <a:lstStyle>
            <a:lvl1pPr>
              <a:defRPr sz="3939">
                <a:solidFill>
                  <a:srgbClr val="000000"/>
                </a:solidFill>
              </a:defRPr>
            </a:lvl1pPr>
            <a:lvl2pPr>
              <a:defRPr sz="3446">
                <a:solidFill>
                  <a:srgbClr val="000000"/>
                </a:solidFill>
              </a:defRPr>
            </a:lvl2pPr>
            <a:lvl3pPr>
              <a:defRPr sz="2954">
                <a:solidFill>
                  <a:srgbClr val="000000"/>
                </a:solidFill>
              </a:defRPr>
            </a:lvl3pPr>
            <a:lvl4pPr>
              <a:defRPr sz="2462">
                <a:solidFill>
                  <a:srgbClr val="000000"/>
                </a:solidFill>
              </a:defRPr>
            </a:lvl4pPr>
            <a:lvl5pPr>
              <a:defRPr sz="2462">
                <a:solidFill>
                  <a:srgbClr val="000000"/>
                </a:solidFill>
              </a:defRPr>
            </a:lvl5pPr>
            <a:lvl6pPr>
              <a:defRPr sz="2462"/>
            </a:lvl6pPr>
            <a:lvl7pPr>
              <a:defRPr sz="2462"/>
            </a:lvl7pPr>
            <a:lvl8pPr>
              <a:defRPr sz="2462"/>
            </a:lvl8pPr>
            <a:lvl9pPr>
              <a:defRPr sz="2462"/>
            </a:lvl9pPr>
          </a:lstStyle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文字版面配置區 3"/>
          <p:cNvSpPr>
            <a:spLocks noGrp="1"/>
          </p:cNvSpPr>
          <p:nvPr>
            <p:ph type="body" sz="half" idx="2"/>
          </p:nvPr>
        </p:nvSpPr>
        <p:spPr>
          <a:xfrm>
            <a:off x="335360" y="1435100"/>
            <a:ext cx="4285487" cy="5018236"/>
          </a:xfrm>
        </p:spPr>
        <p:txBody>
          <a:bodyPr/>
          <a:lstStyle>
            <a:lvl1pPr marL="0" indent="0">
              <a:buNone/>
              <a:defRPr sz="1723">
                <a:solidFill>
                  <a:srgbClr val="000000"/>
                </a:solidFill>
              </a:defRPr>
            </a:lvl1pPr>
            <a:lvl2pPr marL="562722" indent="0">
              <a:buNone/>
              <a:defRPr sz="1477"/>
            </a:lvl2pPr>
            <a:lvl3pPr marL="1125444" indent="0">
              <a:buNone/>
              <a:defRPr sz="1231"/>
            </a:lvl3pPr>
            <a:lvl4pPr marL="1688165" indent="0">
              <a:buNone/>
              <a:defRPr sz="1108"/>
            </a:lvl4pPr>
            <a:lvl5pPr marL="2250887" indent="0">
              <a:buNone/>
              <a:defRPr sz="1108"/>
            </a:lvl5pPr>
            <a:lvl6pPr marL="2813609" indent="0">
              <a:buNone/>
              <a:defRPr sz="1108"/>
            </a:lvl6pPr>
            <a:lvl7pPr marL="3376331" indent="0">
              <a:buNone/>
              <a:defRPr sz="1108"/>
            </a:lvl7pPr>
            <a:lvl8pPr marL="3939052" indent="0">
              <a:buNone/>
              <a:defRPr sz="1108"/>
            </a:lvl8pPr>
            <a:lvl9pPr marL="4501774" indent="0">
              <a:buNone/>
              <a:defRPr sz="1108"/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6" name="文字方塊 5">
            <a:extLst>
              <a:ext uri="{FF2B5EF4-FFF2-40B4-BE49-F238E27FC236}">
                <a16:creationId xmlns:a16="http://schemas.microsoft.com/office/drawing/2014/main" id="{656EE654-F85C-488B-B06D-685A5EF03A3B}"/>
              </a:ext>
            </a:extLst>
          </p:cNvPr>
          <p:cNvSpPr txBox="1"/>
          <p:nvPr userDrawn="1"/>
        </p:nvSpPr>
        <p:spPr>
          <a:xfrm>
            <a:off x="33051" y="6421116"/>
            <a:ext cx="12195531" cy="307777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ctr"/>
            <a:fld id="{3D871D07-058C-4994-9693-01DD34BE43B0}" type="slidenum">
              <a:rPr lang="en-US" altLang="zh-TW" sz="2000" smtClean="0">
                <a:solidFill>
                  <a:srgbClr val="000000"/>
                </a:solidFill>
                <a:effectLst/>
              </a:rPr>
              <a:pPr algn="ctr"/>
              <a:t>‹#›</a:t>
            </a:fld>
            <a:endParaRPr lang="zh-TW" altLang="en-US" sz="2000" err="1">
              <a:solidFill>
                <a:srgbClr val="000000"/>
              </a:solidFill>
              <a:effectLst/>
            </a:endParaRPr>
          </a:p>
        </p:txBody>
      </p:sp>
    </p:spTree>
    <p:extLst>
      <p:ext uri="{BB962C8B-B14F-4D97-AF65-F5344CB8AC3E}">
        <p14:creationId xmlns:p14="http://schemas.microsoft.com/office/powerpoint/2010/main" val="1017160531"/>
      </p:ext>
    </p:extLst>
  </p:cSld>
  <p:clrMapOvr>
    <a:masterClrMapping/>
  </p:clrMapOvr>
  <p:hf hdr="0" dt="0"/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含標題的圖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2389554" y="4800600"/>
            <a:ext cx="7315200" cy="566738"/>
          </a:xfrm>
        </p:spPr>
        <p:txBody>
          <a:bodyPr anchor="b"/>
          <a:lstStyle>
            <a:lvl1pPr algn="l">
              <a:defRPr sz="2462" b="1">
                <a:solidFill>
                  <a:srgbClr val="000000"/>
                </a:solidFill>
              </a:defRPr>
            </a:lvl1pPr>
          </a:lstStyle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圖片版面配置區 2"/>
          <p:cNvSpPr>
            <a:spLocks noGrp="1"/>
          </p:cNvSpPr>
          <p:nvPr>
            <p:ph type="pic" idx="1"/>
          </p:nvPr>
        </p:nvSpPr>
        <p:spPr>
          <a:xfrm>
            <a:off x="2389554" y="612775"/>
            <a:ext cx="7315200" cy="4114800"/>
          </a:xfrm>
        </p:spPr>
        <p:txBody>
          <a:bodyPr/>
          <a:lstStyle>
            <a:lvl1pPr marL="0" indent="0">
              <a:buNone/>
              <a:defRPr sz="3939"/>
            </a:lvl1pPr>
            <a:lvl2pPr marL="562722" indent="0">
              <a:buNone/>
              <a:defRPr sz="3446"/>
            </a:lvl2pPr>
            <a:lvl3pPr marL="1125444" indent="0">
              <a:buNone/>
              <a:defRPr sz="2954"/>
            </a:lvl3pPr>
            <a:lvl4pPr marL="1688165" indent="0">
              <a:buNone/>
              <a:defRPr sz="2462"/>
            </a:lvl4pPr>
            <a:lvl5pPr marL="2250887" indent="0">
              <a:buNone/>
              <a:defRPr sz="2462"/>
            </a:lvl5pPr>
            <a:lvl6pPr marL="2813609" indent="0">
              <a:buNone/>
              <a:defRPr sz="2462"/>
            </a:lvl6pPr>
            <a:lvl7pPr marL="3376331" indent="0">
              <a:buNone/>
              <a:defRPr sz="2462"/>
            </a:lvl7pPr>
            <a:lvl8pPr marL="3939052" indent="0">
              <a:buNone/>
              <a:defRPr sz="2462"/>
            </a:lvl8pPr>
            <a:lvl9pPr marL="4501774" indent="0">
              <a:buNone/>
              <a:defRPr sz="2462"/>
            </a:lvl9pPr>
          </a:lstStyle>
          <a:p>
            <a:r>
              <a:rPr lang="zh-TW" altLang="en-US"/>
              <a:t>按一下圖示以新增圖片</a:t>
            </a:r>
          </a:p>
        </p:txBody>
      </p:sp>
      <p:sp>
        <p:nvSpPr>
          <p:cNvPr id="4" name="文字版面配置區 3"/>
          <p:cNvSpPr>
            <a:spLocks noGrp="1"/>
          </p:cNvSpPr>
          <p:nvPr>
            <p:ph type="body" sz="half" idx="2"/>
          </p:nvPr>
        </p:nvSpPr>
        <p:spPr>
          <a:xfrm>
            <a:off x="2389554" y="5367338"/>
            <a:ext cx="7315200" cy="804862"/>
          </a:xfrm>
        </p:spPr>
        <p:txBody>
          <a:bodyPr/>
          <a:lstStyle>
            <a:lvl1pPr marL="0" indent="0">
              <a:buNone/>
              <a:defRPr sz="1723">
                <a:solidFill>
                  <a:srgbClr val="000000"/>
                </a:solidFill>
              </a:defRPr>
            </a:lvl1pPr>
            <a:lvl2pPr marL="562722" indent="0">
              <a:buNone/>
              <a:defRPr sz="1477"/>
            </a:lvl2pPr>
            <a:lvl3pPr marL="1125444" indent="0">
              <a:buNone/>
              <a:defRPr sz="1231"/>
            </a:lvl3pPr>
            <a:lvl4pPr marL="1688165" indent="0">
              <a:buNone/>
              <a:defRPr sz="1108"/>
            </a:lvl4pPr>
            <a:lvl5pPr marL="2250887" indent="0">
              <a:buNone/>
              <a:defRPr sz="1108"/>
            </a:lvl5pPr>
            <a:lvl6pPr marL="2813609" indent="0">
              <a:buNone/>
              <a:defRPr sz="1108"/>
            </a:lvl6pPr>
            <a:lvl7pPr marL="3376331" indent="0">
              <a:buNone/>
              <a:defRPr sz="1108"/>
            </a:lvl7pPr>
            <a:lvl8pPr marL="3939052" indent="0">
              <a:buNone/>
              <a:defRPr sz="1108"/>
            </a:lvl8pPr>
            <a:lvl9pPr marL="4501774" indent="0">
              <a:buNone/>
              <a:defRPr sz="1108"/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6" name="文字方塊 5">
            <a:extLst>
              <a:ext uri="{FF2B5EF4-FFF2-40B4-BE49-F238E27FC236}">
                <a16:creationId xmlns:a16="http://schemas.microsoft.com/office/drawing/2014/main" id="{A6EC7FDE-831C-4773-9CCD-4D6A877F542E}"/>
              </a:ext>
            </a:extLst>
          </p:cNvPr>
          <p:cNvSpPr txBox="1"/>
          <p:nvPr userDrawn="1"/>
        </p:nvSpPr>
        <p:spPr>
          <a:xfrm>
            <a:off x="33051" y="6421116"/>
            <a:ext cx="12195531" cy="307777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ctr"/>
            <a:fld id="{3D871D07-058C-4994-9693-01DD34BE43B0}" type="slidenum">
              <a:rPr lang="en-US" altLang="zh-TW" sz="2000" smtClean="0">
                <a:solidFill>
                  <a:srgbClr val="000000"/>
                </a:solidFill>
                <a:effectLst/>
              </a:rPr>
              <a:pPr algn="ctr"/>
              <a:t>‹#›</a:t>
            </a:fld>
            <a:endParaRPr lang="zh-TW" altLang="en-US" sz="2000" err="1">
              <a:solidFill>
                <a:srgbClr val="000000"/>
              </a:solidFill>
              <a:effectLst/>
            </a:endParaRPr>
          </a:p>
        </p:txBody>
      </p:sp>
    </p:spTree>
    <p:extLst>
      <p:ext uri="{BB962C8B-B14F-4D97-AF65-F5344CB8AC3E}">
        <p14:creationId xmlns:p14="http://schemas.microsoft.com/office/powerpoint/2010/main" val="3378515228"/>
      </p:ext>
    </p:extLst>
  </p:cSld>
  <p:clrMapOvr>
    <a:masterClrMapping/>
  </p:clrMapOvr>
  <p:hf hdr="0" dt="0"/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標題及直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>
                <a:solidFill>
                  <a:srgbClr val="FF0000"/>
                </a:solidFill>
              </a:defRPr>
            </a:lvl1pPr>
          </a:lstStyle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直排文字版面配置區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>
            <a:lvl1pPr>
              <a:defRPr>
                <a:solidFill>
                  <a:srgbClr val="000000"/>
                </a:solidFill>
              </a:defRPr>
            </a:lvl1pPr>
            <a:lvl2pPr>
              <a:defRPr>
                <a:solidFill>
                  <a:srgbClr val="000000"/>
                </a:solidFill>
              </a:defRPr>
            </a:lvl2pPr>
            <a:lvl3pPr>
              <a:defRPr>
                <a:solidFill>
                  <a:srgbClr val="000000"/>
                </a:solidFill>
              </a:defRPr>
            </a:lvl3pPr>
            <a:lvl4pPr>
              <a:defRPr>
                <a:solidFill>
                  <a:srgbClr val="000000"/>
                </a:solidFill>
              </a:defRPr>
            </a:lvl4pPr>
            <a:lvl5pPr>
              <a:defRPr>
                <a:solidFill>
                  <a:srgbClr val="000000"/>
                </a:solidFill>
              </a:defRPr>
            </a:lvl5pPr>
          </a:lstStyle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5" name="文字方塊 4">
            <a:extLst>
              <a:ext uri="{FF2B5EF4-FFF2-40B4-BE49-F238E27FC236}">
                <a16:creationId xmlns:a16="http://schemas.microsoft.com/office/drawing/2014/main" id="{C7CAB5AA-8175-4E01-AC40-A371C4F50079}"/>
              </a:ext>
            </a:extLst>
          </p:cNvPr>
          <p:cNvSpPr txBox="1"/>
          <p:nvPr userDrawn="1"/>
        </p:nvSpPr>
        <p:spPr>
          <a:xfrm>
            <a:off x="33051" y="6421116"/>
            <a:ext cx="12195531" cy="307777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ctr"/>
            <a:fld id="{3D871D07-058C-4994-9693-01DD34BE43B0}" type="slidenum">
              <a:rPr lang="en-US" altLang="zh-TW" sz="2000" smtClean="0">
                <a:solidFill>
                  <a:srgbClr val="000000"/>
                </a:solidFill>
                <a:effectLst/>
              </a:rPr>
              <a:pPr algn="ctr"/>
              <a:t>‹#›</a:t>
            </a:fld>
            <a:endParaRPr lang="zh-TW" altLang="en-US" sz="2000" err="1">
              <a:solidFill>
                <a:srgbClr val="000000"/>
              </a:solidFill>
              <a:effectLst/>
            </a:endParaRPr>
          </a:p>
        </p:txBody>
      </p:sp>
    </p:spTree>
    <p:extLst>
      <p:ext uri="{BB962C8B-B14F-4D97-AF65-F5344CB8AC3E}">
        <p14:creationId xmlns:p14="http://schemas.microsoft.com/office/powerpoint/2010/main" val="4083834854"/>
      </p:ext>
    </p:extLst>
  </p:cSld>
  <p:clrMapOvr>
    <a:masterClrMapping/>
  </p:clrMapOvr>
  <p:hf hdr="0" dt="0"/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直排標題及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直排標題 1"/>
          <p:cNvSpPr>
            <a:spLocks noGrp="1"/>
          </p:cNvSpPr>
          <p:nvPr>
            <p:ph type="title" orient="vert"/>
          </p:nvPr>
        </p:nvSpPr>
        <p:spPr>
          <a:xfrm>
            <a:off x="8839200" y="274638"/>
            <a:ext cx="2928815" cy="6106690"/>
          </a:xfrm>
        </p:spPr>
        <p:txBody>
          <a:bodyPr vert="eaVert"/>
          <a:lstStyle>
            <a:lvl1pPr>
              <a:defRPr sz="3939">
                <a:solidFill>
                  <a:srgbClr val="000000"/>
                </a:solidFill>
              </a:defRPr>
            </a:lvl1pPr>
          </a:lstStyle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直排文字版面配置區 2"/>
          <p:cNvSpPr>
            <a:spLocks noGrp="1"/>
          </p:cNvSpPr>
          <p:nvPr>
            <p:ph type="body" orient="vert" idx="1"/>
          </p:nvPr>
        </p:nvSpPr>
        <p:spPr>
          <a:xfrm>
            <a:off x="335360" y="274638"/>
            <a:ext cx="8316271" cy="6106690"/>
          </a:xfrm>
        </p:spPr>
        <p:txBody>
          <a:bodyPr vert="eaVert"/>
          <a:lstStyle>
            <a:lvl1pPr>
              <a:defRPr>
                <a:solidFill>
                  <a:srgbClr val="000000"/>
                </a:solidFill>
              </a:defRPr>
            </a:lvl1pPr>
            <a:lvl2pPr>
              <a:defRPr>
                <a:solidFill>
                  <a:srgbClr val="000000"/>
                </a:solidFill>
              </a:defRPr>
            </a:lvl2pPr>
            <a:lvl3pPr>
              <a:defRPr>
                <a:solidFill>
                  <a:srgbClr val="000000"/>
                </a:solidFill>
              </a:defRPr>
            </a:lvl3pPr>
            <a:lvl4pPr>
              <a:defRPr>
                <a:solidFill>
                  <a:srgbClr val="000000"/>
                </a:solidFill>
              </a:defRPr>
            </a:lvl4pPr>
            <a:lvl5pPr>
              <a:defRPr>
                <a:solidFill>
                  <a:srgbClr val="000000"/>
                </a:solidFill>
              </a:defRPr>
            </a:lvl5pPr>
          </a:lstStyle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5" name="文字方塊 4">
            <a:extLst>
              <a:ext uri="{FF2B5EF4-FFF2-40B4-BE49-F238E27FC236}">
                <a16:creationId xmlns:a16="http://schemas.microsoft.com/office/drawing/2014/main" id="{8F3A9370-114B-41F5-9582-92E53FE088F4}"/>
              </a:ext>
            </a:extLst>
          </p:cNvPr>
          <p:cNvSpPr txBox="1"/>
          <p:nvPr userDrawn="1"/>
        </p:nvSpPr>
        <p:spPr>
          <a:xfrm>
            <a:off x="33051" y="6421116"/>
            <a:ext cx="12195531" cy="307777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ctr"/>
            <a:fld id="{3D871D07-058C-4994-9693-01DD34BE43B0}" type="slidenum">
              <a:rPr lang="en-US" altLang="zh-TW" sz="2000" smtClean="0">
                <a:solidFill>
                  <a:srgbClr val="000000"/>
                </a:solidFill>
                <a:effectLst/>
              </a:rPr>
              <a:pPr algn="ctr"/>
              <a:t>‹#›</a:t>
            </a:fld>
            <a:endParaRPr lang="zh-TW" altLang="en-US" sz="2000" err="1">
              <a:solidFill>
                <a:srgbClr val="000000"/>
              </a:solidFill>
              <a:effectLst/>
            </a:endParaRPr>
          </a:p>
        </p:txBody>
      </p:sp>
    </p:spTree>
    <p:extLst>
      <p:ext uri="{BB962C8B-B14F-4D97-AF65-F5344CB8AC3E}">
        <p14:creationId xmlns:p14="http://schemas.microsoft.com/office/powerpoint/2010/main" val="2733916010"/>
      </p:ext>
    </p:extLst>
  </p:cSld>
  <p:clrMapOvr>
    <a:masterClrMapping/>
  </p:clrMapOvr>
  <p:hf hdr="0" dt="0"/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jpe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 bwMode="ltGray">
      <p:bgPr>
        <a:blipFill dpi="0" rotWithShape="1">
          <a:blip r:embed="rId1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矩形 4">
            <a:extLst>
              <a:ext uri="{FF2B5EF4-FFF2-40B4-BE49-F238E27FC236}">
                <a16:creationId xmlns:a16="http://schemas.microsoft.com/office/drawing/2014/main" id="{3E3FB43C-F578-4BAC-B008-B910508BFE59}"/>
              </a:ext>
            </a:extLst>
          </p:cNvPr>
          <p:cNvSpPr/>
          <p:nvPr userDrawn="1"/>
        </p:nvSpPr>
        <p:spPr>
          <a:xfrm>
            <a:off x="0" y="0"/>
            <a:ext cx="12299766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4"/>
          </a:lnRef>
          <a:fillRef idx="3">
            <a:schemeClr val="accent4"/>
          </a:fillRef>
          <a:effectRef idx="2">
            <a:schemeClr val="accent4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112542" tIns="56271" rIns="112542" bIns="56271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zh-TW" altLang="en-US" sz="2215"/>
          </a:p>
        </p:txBody>
      </p:sp>
      <p:sp>
        <p:nvSpPr>
          <p:cNvPr id="2" name="標題版面配置區 1"/>
          <p:cNvSpPr>
            <a:spLocks noGrp="1"/>
          </p:cNvSpPr>
          <p:nvPr>
            <p:ph type="title"/>
          </p:nvPr>
        </p:nvSpPr>
        <p:spPr bwMode="ltGray">
          <a:xfrm>
            <a:off x="609600" y="216024"/>
            <a:ext cx="11103024" cy="548680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altLang="zh-TW"/>
              <a:t>Arial(</a:t>
            </a:r>
            <a:r>
              <a:rPr lang="zh-TW" altLang="en-US"/>
              <a:t>標題</a:t>
            </a:r>
            <a:r>
              <a:rPr lang="en-US" altLang="zh-TW"/>
              <a:t>)</a:t>
            </a:r>
            <a:r>
              <a:rPr lang="zh-TW" altLang="en-US"/>
              <a:t> </a:t>
            </a:r>
            <a:r>
              <a:rPr lang="en-US" altLang="zh-TW"/>
              <a:t>40</a:t>
            </a:r>
            <a:r>
              <a:rPr lang="zh-TW" altLang="en-US"/>
              <a:t>號 粗體</a:t>
            </a:r>
          </a:p>
        </p:txBody>
      </p:sp>
      <p:sp>
        <p:nvSpPr>
          <p:cNvPr id="3" name="文字版面配置區 2"/>
          <p:cNvSpPr>
            <a:spLocks noGrp="1"/>
          </p:cNvSpPr>
          <p:nvPr>
            <p:ph type="body" idx="1"/>
          </p:nvPr>
        </p:nvSpPr>
        <p:spPr bwMode="ltGray">
          <a:xfrm>
            <a:off x="609600" y="980728"/>
            <a:ext cx="11103024" cy="5300489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TW" altLang="en-US"/>
              <a:t>第一層 </a:t>
            </a:r>
            <a:r>
              <a:rPr lang="en-US" altLang="zh-TW"/>
              <a:t>28</a:t>
            </a:r>
            <a:r>
              <a:rPr lang="zh-TW" altLang="en-US"/>
              <a:t>號 粗體</a:t>
            </a:r>
          </a:p>
          <a:p>
            <a:pPr lvl="1"/>
            <a:r>
              <a:rPr lang="zh-TW" altLang="en-US"/>
              <a:t>第二層 </a:t>
            </a:r>
            <a:r>
              <a:rPr lang="en-US" altLang="zh-TW"/>
              <a:t>24</a:t>
            </a:r>
            <a:r>
              <a:rPr lang="zh-TW" altLang="en-US"/>
              <a:t>號 粗體</a:t>
            </a:r>
          </a:p>
          <a:p>
            <a:pPr lvl="2"/>
            <a:r>
              <a:rPr lang="zh-TW" altLang="en-US"/>
              <a:t>第三層 </a:t>
            </a:r>
            <a:r>
              <a:rPr lang="en-US" altLang="zh-TW"/>
              <a:t>20</a:t>
            </a:r>
            <a:r>
              <a:rPr lang="zh-TW" altLang="en-US"/>
              <a:t>號</a:t>
            </a:r>
          </a:p>
          <a:p>
            <a:pPr lvl="3"/>
            <a:r>
              <a:rPr lang="zh-TW" altLang="en-US"/>
              <a:t>第四層 </a:t>
            </a:r>
            <a:r>
              <a:rPr lang="en-US" altLang="zh-TW"/>
              <a:t>20</a:t>
            </a:r>
            <a:r>
              <a:rPr lang="zh-TW" altLang="en-US"/>
              <a:t>號</a:t>
            </a:r>
          </a:p>
          <a:p>
            <a:pPr lvl="4"/>
            <a:r>
              <a:rPr lang="zh-TW" altLang="en-US"/>
              <a:t>第五層 </a:t>
            </a:r>
            <a:r>
              <a:rPr lang="en-US" altLang="zh-TW"/>
              <a:t>20</a:t>
            </a:r>
            <a:r>
              <a:rPr lang="zh-TW" altLang="en-US"/>
              <a:t>號</a:t>
            </a:r>
          </a:p>
        </p:txBody>
      </p:sp>
    </p:spTree>
    <p:extLst>
      <p:ext uri="{BB962C8B-B14F-4D97-AF65-F5344CB8AC3E}">
        <p14:creationId xmlns:p14="http://schemas.microsoft.com/office/powerpoint/2010/main" val="132223299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3" r:id="rId1"/>
    <p:sldLayoutId id="2147483652" r:id="rId2"/>
    <p:sldLayoutId id="2147483653" r:id="rId3"/>
    <p:sldLayoutId id="2147483655" r:id="rId4"/>
    <p:sldLayoutId id="2147483656" r:id="rId5"/>
    <p:sldLayoutId id="2147483657" r:id="rId6"/>
    <p:sldLayoutId id="2147483658" r:id="rId7"/>
    <p:sldLayoutId id="2147483659" r:id="rId8"/>
    <p:sldLayoutId id="2147483660" r:id="rId9"/>
    <p:sldLayoutId id="2147483661" r:id="rId10"/>
    <p:sldLayoutId id="2147483662" r:id="rId11"/>
  </p:sldLayoutIdLst>
  <p:hf hdr="0" dt="0"/>
  <p:txStyles>
    <p:titleStyle>
      <a:lvl1pPr marL="0" indent="0" algn="ctr" defTabSz="914400" rtl="0" eaLnBrk="1" latinLnBrk="1" hangingPunct="1">
        <a:spcBef>
          <a:spcPct val="20000"/>
        </a:spcBef>
        <a:buFont typeface="Arial" pitchFamily="34" charset="0"/>
        <a:buNone/>
        <a:defRPr lang="zh-TW" altLang="en-US" sz="4000" b="1" kern="1200" spc="369" baseline="0" dirty="0">
          <a:solidFill>
            <a:srgbClr val="FF0000"/>
          </a:solidFill>
          <a:latin typeface="+mj-lt"/>
          <a:ea typeface="+mn-ea"/>
          <a:cs typeface="Arial" pitchFamily="34" charset="0"/>
        </a:defRPr>
      </a:lvl1pPr>
    </p:titleStyle>
    <p:bodyStyle>
      <a:lvl1pPr marL="422041" indent="-422041" algn="l" defTabSz="1125444" rtl="0" eaLnBrk="1" latinLnBrk="0" hangingPunct="1">
        <a:lnSpc>
          <a:spcPct val="100000"/>
        </a:lnSpc>
        <a:spcBef>
          <a:spcPts val="738"/>
        </a:spcBef>
        <a:spcAft>
          <a:spcPts val="738"/>
        </a:spcAft>
        <a:buClr>
          <a:schemeClr val="accent1"/>
        </a:buClr>
        <a:buFont typeface="Arial" pitchFamily="34" charset="0"/>
        <a:buChar char="•"/>
        <a:defRPr sz="2800" b="1" kern="1200">
          <a:solidFill>
            <a:srgbClr val="000000"/>
          </a:solidFill>
          <a:latin typeface="Arial" panose="020B0604020202020204" pitchFamily="34" charset="0"/>
          <a:ea typeface="微軟正黑體" pitchFamily="34" charset="-120"/>
          <a:cs typeface="Arial" panose="020B0604020202020204" pitchFamily="34" charset="0"/>
        </a:defRPr>
      </a:lvl1pPr>
      <a:lvl2pPr marL="879253" indent="-433765" algn="l" defTabSz="1125444" rtl="0" eaLnBrk="1" latinLnBrk="0" hangingPunct="1">
        <a:lnSpc>
          <a:spcPct val="100000"/>
        </a:lnSpc>
        <a:spcBef>
          <a:spcPts val="738"/>
        </a:spcBef>
        <a:spcAft>
          <a:spcPts val="738"/>
        </a:spcAft>
        <a:buClr>
          <a:schemeClr val="accent2"/>
        </a:buClr>
        <a:buFont typeface="Arial" pitchFamily="34" charset="0"/>
        <a:buChar char="–"/>
        <a:defRPr sz="2400" b="1" kern="1200">
          <a:solidFill>
            <a:srgbClr val="000000"/>
          </a:solidFill>
          <a:latin typeface="Arial" panose="020B0604020202020204" pitchFamily="34" charset="0"/>
          <a:ea typeface="微軟正黑體" pitchFamily="34" charset="-120"/>
          <a:cs typeface="Arial" panose="020B0604020202020204" pitchFamily="34" charset="0"/>
        </a:defRPr>
      </a:lvl2pPr>
      <a:lvl3pPr marL="1219230" indent="-339978" algn="l" defTabSz="1125444" rtl="0" eaLnBrk="1" latinLnBrk="0" hangingPunct="1">
        <a:lnSpc>
          <a:spcPct val="100000"/>
        </a:lnSpc>
        <a:spcBef>
          <a:spcPts val="738"/>
        </a:spcBef>
        <a:spcAft>
          <a:spcPts val="738"/>
        </a:spcAft>
        <a:buClr>
          <a:schemeClr val="accent3"/>
        </a:buClr>
        <a:buFont typeface="Arial" pitchFamily="34" charset="0"/>
        <a:buChar char="•"/>
        <a:defRPr sz="2000" kern="1200">
          <a:solidFill>
            <a:srgbClr val="000000"/>
          </a:solidFill>
          <a:latin typeface="Arial" panose="020B0604020202020204" pitchFamily="34" charset="0"/>
          <a:ea typeface="微軟正黑體" pitchFamily="34" charset="-120"/>
          <a:cs typeface="Arial" panose="020B0604020202020204" pitchFamily="34" charset="0"/>
        </a:defRPr>
      </a:lvl3pPr>
      <a:lvl4pPr marL="1547485" indent="-328254" algn="l" defTabSz="1125444" rtl="0" eaLnBrk="1" latinLnBrk="0" hangingPunct="1">
        <a:lnSpc>
          <a:spcPct val="100000"/>
        </a:lnSpc>
        <a:spcBef>
          <a:spcPts val="738"/>
        </a:spcBef>
        <a:spcAft>
          <a:spcPts val="738"/>
        </a:spcAft>
        <a:buClr>
          <a:schemeClr val="accent4"/>
        </a:buClr>
        <a:buFont typeface="Arial" pitchFamily="34" charset="0"/>
        <a:buChar char="–"/>
        <a:defRPr sz="2000" kern="1200">
          <a:solidFill>
            <a:srgbClr val="000000"/>
          </a:solidFill>
          <a:latin typeface="Arial" panose="020B0604020202020204" pitchFamily="34" charset="0"/>
          <a:ea typeface="微軟正黑體" pitchFamily="34" charset="-120"/>
          <a:cs typeface="Arial" panose="020B0604020202020204" pitchFamily="34" charset="0"/>
        </a:defRPr>
      </a:lvl4pPr>
      <a:lvl5pPr marL="1875739" indent="-328254" algn="l" defTabSz="1125444" rtl="0" eaLnBrk="1" latinLnBrk="0" hangingPunct="1">
        <a:lnSpc>
          <a:spcPct val="100000"/>
        </a:lnSpc>
        <a:spcBef>
          <a:spcPts val="738"/>
        </a:spcBef>
        <a:spcAft>
          <a:spcPts val="738"/>
        </a:spcAft>
        <a:buClr>
          <a:schemeClr val="accent5"/>
        </a:buClr>
        <a:buFont typeface="Arial" pitchFamily="34" charset="0"/>
        <a:buChar char="»"/>
        <a:defRPr sz="2000" kern="1200">
          <a:solidFill>
            <a:srgbClr val="000000"/>
          </a:solidFill>
          <a:latin typeface="Arial" panose="020B0604020202020204" pitchFamily="34" charset="0"/>
          <a:ea typeface="微軟正黑體" pitchFamily="34" charset="-120"/>
          <a:cs typeface="Arial" panose="020B0604020202020204" pitchFamily="34" charset="0"/>
        </a:defRPr>
      </a:lvl5pPr>
      <a:lvl6pPr marL="3094970" indent="-281361" algn="l" defTabSz="1125444" rtl="0" eaLnBrk="1" latinLnBrk="0" hangingPunct="1">
        <a:spcBef>
          <a:spcPct val="20000"/>
        </a:spcBef>
        <a:buFont typeface="Arial" pitchFamily="34" charset="0"/>
        <a:buChar char="•"/>
        <a:defRPr sz="2462" kern="1200">
          <a:solidFill>
            <a:schemeClr val="tx1"/>
          </a:solidFill>
          <a:latin typeface="+mn-lt"/>
          <a:ea typeface="+mn-ea"/>
          <a:cs typeface="+mn-cs"/>
        </a:defRPr>
      </a:lvl6pPr>
      <a:lvl7pPr marL="3657691" indent="-281361" algn="l" defTabSz="1125444" rtl="0" eaLnBrk="1" latinLnBrk="0" hangingPunct="1">
        <a:spcBef>
          <a:spcPct val="20000"/>
        </a:spcBef>
        <a:buFont typeface="Arial" pitchFamily="34" charset="0"/>
        <a:buChar char="•"/>
        <a:defRPr sz="2462" kern="1200">
          <a:solidFill>
            <a:schemeClr val="tx1"/>
          </a:solidFill>
          <a:latin typeface="+mn-lt"/>
          <a:ea typeface="+mn-ea"/>
          <a:cs typeface="+mn-cs"/>
        </a:defRPr>
      </a:lvl7pPr>
      <a:lvl8pPr marL="4220413" indent="-281361" algn="l" defTabSz="1125444" rtl="0" eaLnBrk="1" latinLnBrk="0" hangingPunct="1">
        <a:spcBef>
          <a:spcPct val="20000"/>
        </a:spcBef>
        <a:buFont typeface="Arial" pitchFamily="34" charset="0"/>
        <a:buChar char="•"/>
        <a:defRPr sz="2462" kern="1200">
          <a:solidFill>
            <a:schemeClr val="tx1"/>
          </a:solidFill>
          <a:latin typeface="+mn-lt"/>
          <a:ea typeface="+mn-ea"/>
          <a:cs typeface="+mn-cs"/>
        </a:defRPr>
      </a:lvl8pPr>
      <a:lvl9pPr marL="4783135" indent="-281361" algn="l" defTabSz="1125444" rtl="0" eaLnBrk="1" latinLnBrk="0" hangingPunct="1">
        <a:spcBef>
          <a:spcPct val="20000"/>
        </a:spcBef>
        <a:buFont typeface="Arial" pitchFamily="34" charset="0"/>
        <a:buChar char="•"/>
        <a:defRPr sz="2462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TW"/>
      </a:defPPr>
      <a:lvl1pPr marL="0" algn="l" defTabSz="1125444" rtl="0" eaLnBrk="1" latinLnBrk="0" hangingPunct="1">
        <a:defRPr sz="2215" kern="1200">
          <a:solidFill>
            <a:schemeClr val="tx1"/>
          </a:solidFill>
          <a:latin typeface="+mn-lt"/>
          <a:ea typeface="+mn-ea"/>
          <a:cs typeface="+mn-cs"/>
        </a:defRPr>
      </a:lvl1pPr>
      <a:lvl2pPr marL="562722" algn="l" defTabSz="1125444" rtl="0" eaLnBrk="1" latinLnBrk="0" hangingPunct="1">
        <a:defRPr sz="2215" kern="1200">
          <a:solidFill>
            <a:schemeClr val="tx1"/>
          </a:solidFill>
          <a:latin typeface="+mn-lt"/>
          <a:ea typeface="+mn-ea"/>
          <a:cs typeface="+mn-cs"/>
        </a:defRPr>
      </a:lvl2pPr>
      <a:lvl3pPr marL="1125444" algn="l" defTabSz="1125444" rtl="0" eaLnBrk="1" latinLnBrk="0" hangingPunct="1">
        <a:defRPr sz="2215" kern="1200">
          <a:solidFill>
            <a:schemeClr val="tx1"/>
          </a:solidFill>
          <a:latin typeface="+mn-lt"/>
          <a:ea typeface="+mn-ea"/>
          <a:cs typeface="+mn-cs"/>
        </a:defRPr>
      </a:lvl3pPr>
      <a:lvl4pPr marL="1688165" algn="l" defTabSz="1125444" rtl="0" eaLnBrk="1" latinLnBrk="0" hangingPunct="1">
        <a:defRPr sz="2215" kern="1200">
          <a:solidFill>
            <a:schemeClr val="tx1"/>
          </a:solidFill>
          <a:latin typeface="+mn-lt"/>
          <a:ea typeface="+mn-ea"/>
          <a:cs typeface="+mn-cs"/>
        </a:defRPr>
      </a:lvl4pPr>
      <a:lvl5pPr marL="2250887" algn="l" defTabSz="1125444" rtl="0" eaLnBrk="1" latinLnBrk="0" hangingPunct="1">
        <a:defRPr sz="2215" kern="1200">
          <a:solidFill>
            <a:schemeClr val="tx1"/>
          </a:solidFill>
          <a:latin typeface="+mn-lt"/>
          <a:ea typeface="+mn-ea"/>
          <a:cs typeface="+mn-cs"/>
        </a:defRPr>
      </a:lvl5pPr>
      <a:lvl6pPr marL="2813609" algn="l" defTabSz="1125444" rtl="0" eaLnBrk="1" latinLnBrk="0" hangingPunct="1">
        <a:defRPr sz="2215" kern="1200">
          <a:solidFill>
            <a:schemeClr val="tx1"/>
          </a:solidFill>
          <a:latin typeface="+mn-lt"/>
          <a:ea typeface="+mn-ea"/>
          <a:cs typeface="+mn-cs"/>
        </a:defRPr>
      </a:lvl6pPr>
      <a:lvl7pPr marL="3376331" algn="l" defTabSz="1125444" rtl="0" eaLnBrk="1" latinLnBrk="0" hangingPunct="1">
        <a:defRPr sz="2215" kern="1200">
          <a:solidFill>
            <a:schemeClr val="tx1"/>
          </a:solidFill>
          <a:latin typeface="+mn-lt"/>
          <a:ea typeface="+mn-ea"/>
          <a:cs typeface="+mn-cs"/>
        </a:defRPr>
      </a:lvl7pPr>
      <a:lvl8pPr marL="3939052" algn="l" defTabSz="1125444" rtl="0" eaLnBrk="1" latinLnBrk="0" hangingPunct="1">
        <a:defRPr sz="2215" kern="1200">
          <a:solidFill>
            <a:schemeClr val="tx1"/>
          </a:solidFill>
          <a:latin typeface="+mn-lt"/>
          <a:ea typeface="+mn-ea"/>
          <a:cs typeface="+mn-cs"/>
        </a:defRPr>
      </a:lvl8pPr>
      <a:lvl9pPr marL="4501774" algn="l" defTabSz="1125444" rtl="0" eaLnBrk="1" latinLnBrk="0" hangingPunct="1">
        <a:defRPr sz="2215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4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hyperlink" Target="https://werkzeug.palletsprojects.com/en/stable/test/#werkzeug.test.EnvironBuilder" TargetMode="External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4.xml"/><Relationship Id="rId4" Type="http://schemas.openxmlformats.org/officeDocument/2006/relationships/hyperlink" Target="https://werkzeug.palletsprojects.com/en/stable/test/#werkzeug.test.TestResponse" TargetMode="Externa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4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標題 3">
            <a:extLst>
              <a:ext uri="{FF2B5EF4-FFF2-40B4-BE49-F238E27FC236}">
                <a16:creationId xmlns:a16="http://schemas.microsoft.com/office/drawing/2014/main" id="{828D6BC7-90B7-48DA-BBBC-D1E248316C6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8630" y="2852936"/>
            <a:ext cx="11825109" cy="587594"/>
          </a:xfrm>
        </p:spPr>
        <p:txBody>
          <a:bodyPr/>
          <a:lstStyle/>
          <a:p>
            <a:r>
              <a:rPr lang="en-US" dirty="0">
                <a:cs typeface="Arial"/>
              </a:rPr>
              <a:t>Testing Flask App</a:t>
            </a:r>
            <a:endParaRPr lang="zh-TW" altLang="en-US" dirty="0"/>
          </a:p>
        </p:txBody>
      </p:sp>
      <p:sp>
        <p:nvSpPr>
          <p:cNvPr id="7" name="Rectangle 131">
            <a:extLst>
              <a:ext uri="{FF2B5EF4-FFF2-40B4-BE49-F238E27FC236}">
                <a16:creationId xmlns:a16="http://schemas.microsoft.com/office/drawing/2014/main" id="{592B8426-F2A6-4FF0-975A-D6D584A66E69}"/>
              </a:ext>
            </a:extLst>
          </p:cNvPr>
          <p:cNvSpPr>
            <a:spLocks noChangeArrowheads="1"/>
          </p:cNvSpPr>
          <p:nvPr/>
        </p:nvSpPr>
        <p:spPr bwMode="auto">
          <a:xfrm>
            <a:off x="9819580" y="5203874"/>
            <a:ext cx="2125663" cy="82400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/>
          <a:p>
            <a:pPr algn="ctr" eaLnBrk="0" hangingPunct="0">
              <a:lnSpc>
                <a:spcPct val="125000"/>
              </a:lnSpc>
            </a:pPr>
            <a:r>
              <a:rPr kumimoji="0" lang="en-US" altLang="zh-TW" sz="2000"/>
              <a:t>Estimated time: </a:t>
            </a:r>
          </a:p>
          <a:p>
            <a:pPr algn="ctr" eaLnBrk="0" hangingPunct="0">
              <a:lnSpc>
                <a:spcPct val="125000"/>
              </a:lnSpc>
            </a:pPr>
            <a:r>
              <a:rPr lang="en-US" altLang="zh-TW" sz="2000">
                <a:solidFill>
                  <a:srgbClr val="FF0000"/>
                </a:solidFill>
              </a:rPr>
              <a:t>45 </a:t>
            </a:r>
            <a:r>
              <a:rPr kumimoji="0" lang="en-US" altLang="zh-TW" sz="2000"/>
              <a:t>min.</a:t>
            </a:r>
          </a:p>
        </p:txBody>
      </p:sp>
      <p:sp>
        <p:nvSpPr>
          <p:cNvPr id="10" name="Rectangle 10">
            <a:extLst>
              <a:ext uri="{FF2B5EF4-FFF2-40B4-BE49-F238E27FC236}">
                <a16:creationId xmlns:a16="http://schemas.microsoft.com/office/drawing/2014/main" id="{FF68FC8F-8C93-46BF-9594-D49A56F9B5F9}"/>
              </a:ext>
            </a:extLst>
          </p:cNvPr>
          <p:cNvSpPr>
            <a:spLocks noChangeArrowheads="1"/>
          </p:cNvSpPr>
          <p:nvPr/>
        </p:nvSpPr>
        <p:spPr bwMode="auto">
          <a:xfrm>
            <a:off x="983432" y="5172128"/>
            <a:ext cx="1687513" cy="45744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87265" tIns="43632" rIns="87265" bIns="43632" anchor="t">
            <a:spAutoFit/>
          </a:bodyPr>
          <a:lstStyle/>
          <a:p>
            <a:pPr marL="279400" indent="-279400" algn="ctr" defTabSz="873125" eaLnBrk="0" hangingPunct="0">
              <a:spcBef>
                <a:spcPct val="15000"/>
              </a:spcBef>
              <a:buSzPct val="65000"/>
            </a:pPr>
            <a:r>
              <a:rPr lang="en-US" altLang="zh-TW" sz="2400" i="1" dirty="0">
                <a:solidFill>
                  <a:srgbClr val="0000FF"/>
                </a:solidFill>
                <a:latin typeface="Georgia"/>
                <a:ea typeface="標楷體"/>
              </a:rPr>
              <a:t>Module 17</a:t>
            </a:r>
          </a:p>
        </p:txBody>
      </p:sp>
    </p:spTree>
    <p:extLst>
      <p:ext uri="{BB962C8B-B14F-4D97-AF65-F5344CB8AC3E}">
        <p14:creationId xmlns:p14="http://schemas.microsoft.com/office/powerpoint/2010/main" val="207126390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>
        <p:cut/>
      </p:transition>
    </mc:Choice>
    <mc:Fallback xmlns="">
      <p:transition spd="slow">
        <p:cut/>
      </p:transition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476B7A2-C859-4B36-A3C9-1FD50872ADF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 err="1">
                <a:ea typeface="+mj-lt"/>
                <a:cs typeface="+mj-lt"/>
              </a:rPr>
              <a:t>test_clie</a:t>
            </a:r>
            <a:r>
              <a:rPr lang="en-US" dirty="0" err="1">
                <a:ea typeface="+mj-lt"/>
                <a:cs typeface="+mj-lt"/>
              </a:rPr>
              <a:t>nt</a:t>
            </a:r>
            <a:r>
              <a:rPr lang="en-US" dirty="0">
                <a:ea typeface="+mj-lt"/>
                <a:cs typeface="+mj-lt"/>
              </a:rPr>
              <a:t>()</a:t>
            </a:r>
            <a:endParaRPr lang="zh-TW" altLang="en-US" dirty="0"/>
          </a:p>
        </p:txBody>
      </p:sp>
      <p:sp>
        <p:nvSpPr>
          <p:cNvPr id="5" name="內容版面配置區 4">
            <a:extLst>
              <a:ext uri="{FF2B5EF4-FFF2-40B4-BE49-F238E27FC236}">
                <a16:creationId xmlns:a16="http://schemas.microsoft.com/office/drawing/2014/main" id="{C36D046E-31BA-4E65-9370-6ACBCD291D8C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335360" y="764704"/>
            <a:ext cx="11445227" cy="5616624"/>
          </a:xfrm>
        </p:spPr>
        <p:txBody>
          <a:bodyPr vert="horz" lIns="91440" tIns="45720" rIns="91440" bIns="45720" rtlCol="0" anchor="t">
            <a:normAutofit/>
          </a:bodyPr>
          <a:lstStyle/>
          <a:p>
            <a:pPr marL="421640" indent="-421640"/>
            <a:r>
              <a:rPr lang="zh-TW" altLang="en-US" sz="3400">
                <a:latin typeface="Arial"/>
                <a:ea typeface="微軟正黑體"/>
                <a:cs typeface="Arial"/>
              </a:rPr>
              <a:t>test_client()</a:t>
            </a:r>
            <a:r>
              <a:rPr lang="zh-TW" altLang="en-US" sz="3400" b="0">
                <a:latin typeface="Arial"/>
                <a:ea typeface="微軟正黑體"/>
                <a:cs typeface="Arial"/>
              </a:rPr>
              <a:t> : 為 flask 應用程式(</a:t>
            </a:r>
            <a:r>
              <a:rPr lang="zh-TW" altLang="en-US" sz="3400">
                <a:latin typeface="Arial"/>
                <a:ea typeface="微軟正黑體"/>
                <a:cs typeface="Arial"/>
              </a:rPr>
              <a:t>app</a:t>
            </a:r>
            <a:r>
              <a:rPr lang="zh-TW" altLang="en-US" sz="3400" b="0">
                <a:latin typeface="Arial"/>
                <a:ea typeface="微軟正黑體"/>
                <a:cs typeface="Arial"/>
              </a:rPr>
              <a:t>)建立測試用戶端。</a:t>
            </a:r>
            <a:endParaRPr lang="zh-TW"/>
          </a:p>
          <a:p>
            <a:pPr marL="878840" lvl="1" indent="-433705"/>
            <a:r>
              <a:rPr lang="zh-TW" altLang="en-US" sz="2950" b="0">
                <a:latin typeface="Arial"/>
                <a:ea typeface="微軟正黑體"/>
                <a:cs typeface="Arial"/>
              </a:rPr>
              <a:t>在建立測試用戶端之前，需要設定fla</a:t>
            </a:r>
            <a:r>
              <a:rPr lang="en-US" altLang="zh-TW" sz="2950" b="0" dirty="0" err="1">
                <a:latin typeface="Arial"/>
                <a:ea typeface="微軟正黑體"/>
                <a:cs typeface="Arial"/>
              </a:rPr>
              <a:t>sk</a:t>
            </a:r>
            <a:r>
              <a:rPr lang="zh-TW" altLang="en-US" sz="2950" b="0">
                <a:latin typeface="Arial"/>
                <a:ea typeface="微軟正黑體"/>
                <a:cs typeface="Arial"/>
              </a:rPr>
              <a:t> </a:t>
            </a:r>
            <a:r>
              <a:rPr lang="zh-TW" altLang="en-US" sz="2950">
                <a:latin typeface="Arial"/>
                <a:ea typeface="微軟正黑體"/>
                <a:cs typeface="Arial"/>
              </a:rPr>
              <a:t>app</a:t>
            </a:r>
            <a:r>
              <a:rPr lang="zh-TW" altLang="en-US" sz="2950" b="0">
                <a:latin typeface="Arial"/>
                <a:ea typeface="微軟正黑體"/>
                <a:cs typeface="Arial"/>
              </a:rPr>
              <a:t>的設定： </a:t>
            </a:r>
            <a:r>
              <a:rPr lang="en-US" altLang="en-US" sz="2950" dirty="0" err="1">
                <a:latin typeface="Arial"/>
                <a:ea typeface="微軟正黑體"/>
                <a:cs typeface="Arial"/>
              </a:rPr>
              <a:t>app.config</a:t>
            </a:r>
            <a:r>
              <a:rPr lang="en-US" altLang="en-US" sz="2950" dirty="0">
                <a:latin typeface="Arial"/>
                <a:ea typeface="微軟正黑體"/>
                <a:cs typeface="Arial"/>
              </a:rPr>
              <a:t>['TESTING']</a:t>
            </a:r>
            <a:r>
              <a:rPr lang="zh-TW" altLang="en-US" sz="2950" dirty="0">
                <a:latin typeface="Arial"/>
                <a:ea typeface="微軟正黑體"/>
                <a:cs typeface="Arial"/>
              </a:rPr>
              <a:t> </a:t>
            </a:r>
            <a:r>
              <a:rPr lang="en-US" altLang="en-US" sz="2950" dirty="0">
                <a:latin typeface="Arial"/>
                <a:ea typeface="微軟正黑體"/>
                <a:cs typeface="Arial"/>
              </a:rPr>
              <a:t>=</a:t>
            </a:r>
            <a:r>
              <a:rPr lang="zh-TW" altLang="en-US" sz="2950">
                <a:latin typeface="Arial"/>
                <a:ea typeface="微軟正黑體"/>
                <a:cs typeface="Arial"/>
              </a:rPr>
              <a:t> T</a:t>
            </a:r>
            <a:r>
              <a:rPr lang="en-US" altLang="en-US" sz="2950" dirty="0" err="1">
                <a:latin typeface="Arial"/>
                <a:ea typeface="微軟正黑體"/>
                <a:cs typeface="Arial"/>
              </a:rPr>
              <a:t>ru</a:t>
            </a:r>
            <a:r>
              <a:rPr lang="zh-TW" altLang="en-US" sz="2950">
                <a:latin typeface="Arial"/>
                <a:ea typeface="微軟正黑體"/>
                <a:cs typeface="Arial"/>
              </a:rPr>
              <a:t>e</a:t>
            </a:r>
          </a:p>
          <a:p>
            <a:pPr marL="878840" lvl="1" indent="-433705"/>
            <a:r>
              <a:rPr lang="zh-TW" altLang="en-US" sz="2950" b="0">
                <a:latin typeface="Arial"/>
                <a:ea typeface="微軟正黑體"/>
                <a:cs typeface="Arial"/>
              </a:rPr>
              <a:t>建議定義一個</a:t>
            </a:r>
            <a:r>
              <a:rPr lang="zh-TW" altLang="en-US" sz="2950">
                <a:latin typeface="Arial"/>
                <a:ea typeface="微軟正黑體"/>
                <a:cs typeface="Arial"/>
              </a:rPr>
              <a:t>pytest</a:t>
            </a:r>
            <a:r>
              <a:rPr lang="en-US" altLang="zh-TW" sz="2950" dirty="0">
                <a:latin typeface="Arial"/>
                <a:ea typeface="微軟正黑體"/>
                <a:cs typeface="Arial"/>
              </a:rPr>
              <a:t>.</a:t>
            </a:r>
            <a:r>
              <a:rPr lang="en-US" altLang="en-US" sz="2950" dirty="0" err="1">
                <a:latin typeface="Arial"/>
                <a:ea typeface="微軟正黑體"/>
                <a:cs typeface="Arial"/>
              </a:rPr>
              <a:t>fixture</a:t>
            </a:r>
            <a:r>
              <a:rPr lang="en-US" altLang="en-US" sz="2950" b="0" dirty="0" err="1">
                <a:latin typeface="Arial"/>
                <a:ea typeface="微軟正黑體"/>
                <a:cs typeface="Arial"/>
              </a:rPr>
              <a:t>其回傳內容為flask</a:t>
            </a:r>
            <a:r>
              <a:rPr lang="en-US" altLang="en-US" sz="2950" b="0" dirty="0">
                <a:latin typeface="Arial"/>
                <a:ea typeface="微軟正黑體"/>
                <a:cs typeface="Arial"/>
              </a:rPr>
              <a:t> </a:t>
            </a:r>
            <a:r>
              <a:rPr lang="en-US" altLang="en-US" sz="2950" dirty="0">
                <a:latin typeface="Arial"/>
                <a:ea typeface="微軟正黑體"/>
                <a:cs typeface="Arial"/>
              </a:rPr>
              <a:t>app </a:t>
            </a:r>
            <a:r>
              <a:rPr lang="en-US" altLang="en-US" sz="2950" b="0" dirty="0">
                <a:latin typeface="Arial"/>
                <a:ea typeface="微軟正黑體"/>
                <a:cs typeface="Arial"/>
              </a:rPr>
              <a:t>instance, </a:t>
            </a:r>
            <a:r>
              <a:rPr lang="en-US" altLang="en-US" sz="2950" b="0" dirty="0" err="1">
                <a:latin typeface="Arial"/>
                <a:ea typeface="微軟正黑體"/>
                <a:cs typeface="Arial"/>
              </a:rPr>
              <a:t>它將用來創建</a:t>
            </a:r>
            <a:r>
              <a:rPr lang="en-US" altLang="en-US" sz="2950" dirty="0" err="1">
                <a:latin typeface="Arial"/>
                <a:ea typeface="微軟正黑體"/>
                <a:cs typeface="Arial"/>
              </a:rPr>
              <a:t>app.test_client</a:t>
            </a:r>
            <a:r>
              <a:rPr lang="en-US" altLang="en-US" sz="2950" dirty="0">
                <a:latin typeface="Arial"/>
                <a:ea typeface="微軟正黑體"/>
                <a:cs typeface="Arial"/>
              </a:rPr>
              <a:t>()</a:t>
            </a:r>
            <a:endParaRPr lang="zh-TW" altLang="en-US" sz="2950" dirty="0">
              <a:latin typeface="Arial"/>
              <a:ea typeface="微軟正黑體"/>
              <a:cs typeface="Arial"/>
            </a:endParaRPr>
          </a:p>
          <a:p>
            <a:pPr marL="1219200" lvl="2" indent="-339725">
              <a:buClr>
                <a:srgbClr val="F0591B"/>
              </a:buClr>
              <a:buFont typeface="Wingdings" pitchFamily="34" charset="0"/>
              <a:buChar char="§"/>
            </a:pPr>
            <a:r>
              <a:rPr lang="zh-TW" altLang="en-US" sz="2450">
                <a:latin typeface="Arial"/>
                <a:ea typeface="微軟正黑體"/>
                <a:cs typeface="Arial"/>
              </a:rPr>
              <a:t>這麼做的好處是</a:t>
            </a:r>
            <a:r>
              <a:rPr lang="en-US" altLang="en-US" sz="2450" dirty="0">
                <a:latin typeface="Arial"/>
                <a:ea typeface="微軟正黑體"/>
                <a:cs typeface="Arial"/>
              </a:rPr>
              <a:t>:</a:t>
            </a:r>
            <a:r>
              <a:rPr lang="zh-TW" altLang="en-US" sz="2450">
                <a:latin typeface="Arial"/>
                <a:ea typeface="微軟正黑體"/>
                <a:cs typeface="Arial"/>
              </a:rPr>
              <a:t> </a:t>
            </a:r>
            <a:r>
              <a:rPr lang="zh-TW" sz="2450" b="0">
                <a:latin typeface="Arial"/>
                <a:ea typeface="微軟正黑體"/>
                <a:cs typeface="Arial"/>
              </a:rPr>
              <a:t>可以在產出</a:t>
            </a:r>
            <a:r>
              <a:rPr lang="en-US" altLang="zh-TW" sz="2450" dirty="0">
                <a:latin typeface="Arial"/>
                <a:ea typeface="微軟正黑體"/>
                <a:cs typeface="Arial"/>
              </a:rPr>
              <a:t>(</a:t>
            </a:r>
            <a:r>
              <a:rPr lang="en-US" altLang="zh-TW" sz="2450" b="1" dirty="0">
                <a:latin typeface="Arial"/>
                <a:ea typeface="微軟正黑體"/>
                <a:cs typeface="Arial"/>
              </a:rPr>
              <a:t>yield</a:t>
            </a:r>
            <a:r>
              <a:rPr lang="en-US" altLang="zh-TW" sz="2450" dirty="0">
                <a:latin typeface="Arial"/>
                <a:ea typeface="微軟正黑體"/>
                <a:cs typeface="Arial"/>
              </a:rPr>
              <a:t>)flask app 的</a:t>
            </a:r>
            <a:r>
              <a:rPr lang="zh-TW" altLang="en-US" sz="2450">
                <a:latin typeface="Arial"/>
                <a:ea typeface="微軟正黑體"/>
                <a:cs typeface="Arial"/>
              </a:rPr>
              <a:t>之</a:t>
            </a:r>
            <a:r>
              <a:rPr lang="zh-TW" sz="2450" b="0">
                <a:latin typeface="Arial"/>
                <a:ea typeface="微軟正黑體"/>
                <a:cs typeface="Arial"/>
              </a:rPr>
              <a:t>前</a:t>
            </a:r>
            <a:r>
              <a:rPr lang="zh-TW" sz="2450">
                <a:latin typeface="Arial"/>
                <a:ea typeface="微軟正黑體"/>
                <a:cs typeface="Arial"/>
              </a:rPr>
              <a:t>和之</a:t>
            </a:r>
            <a:r>
              <a:rPr lang="zh-TW" sz="2450" b="0">
                <a:latin typeface="Arial"/>
                <a:ea typeface="微軟正黑體"/>
                <a:cs typeface="Arial"/>
              </a:rPr>
              <a:t>後加入程式碼</a:t>
            </a:r>
            <a:r>
              <a:rPr lang="en-US" altLang="zh-TW" sz="2450" dirty="0">
                <a:latin typeface="Arial"/>
                <a:ea typeface="微軟正黑體"/>
                <a:cs typeface="Arial"/>
              </a:rPr>
              <a:t>(</a:t>
            </a:r>
            <a:r>
              <a:rPr lang="zh-TW" altLang="en-US" sz="2450">
                <a:latin typeface="Arial"/>
                <a:ea typeface="微軟正黑體"/>
                <a:cs typeface="Arial"/>
              </a:rPr>
              <a:t>用</a:t>
            </a:r>
            <a:r>
              <a:rPr lang="zh-TW" sz="2450" b="0">
                <a:latin typeface="Arial"/>
                <a:ea typeface="微軟正黑體"/>
                <a:cs typeface="Arial"/>
              </a:rPr>
              <a:t>以建立和</a:t>
            </a:r>
            <a:r>
              <a:rPr lang="zh-TW" altLang="en-US" sz="2450">
                <a:latin typeface="Arial"/>
                <a:ea typeface="微軟正黑體"/>
                <a:cs typeface="Arial"/>
              </a:rPr>
              <a:t>卸載</a:t>
            </a:r>
            <a:r>
              <a:rPr lang="zh-TW" sz="2450" b="0">
                <a:latin typeface="Arial"/>
                <a:ea typeface="微軟正黑體"/>
                <a:cs typeface="Arial"/>
              </a:rPr>
              <a:t>其他資源</a:t>
            </a:r>
            <a:r>
              <a:rPr lang="en-US" altLang="zh-TW" sz="2450" dirty="0">
                <a:latin typeface="Arial"/>
                <a:ea typeface="微軟正黑體"/>
                <a:cs typeface="Arial"/>
              </a:rPr>
              <a:t>)</a:t>
            </a:r>
          </a:p>
          <a:p>
            <a:pPr marL="1546860" lvl="3" indent="-327660">
              <a:buClr>
                <a:srgbClr val="FFC000"/>
              </a:buClr>
              <a:buFont typeface="Arial" pitchFamily="34" charset="0"/>
              <a:buChar char="•"/>
            </a:pPr>
            <a:r>
              <a:rPr lang="zh-TW" sz="2200" b="0">
                <a:latin typeface="Arial"/>
                <a:ea typeface="微軟正黑體"/>
                <a:cs typeface="Arial"/>
              </a:rPr>
              <a:t>例如建立和清除資料庫。</a:t>
            </a:r>
            <a:endParaRPr lang="zh-TW" altLang="en-US" sz="2200" b="1">
              <a:latin typeface="Arial"/>
              <a:ea typeface="微軟正黑體"/>
              <a:cs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8332637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0809EC2-16CD-0AC0-4567-970B0FA0F33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88C3812-9546-0FF6-C23B-BADD6F8661C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>
                <a:ea typeface="+mj-lt"/>
                <a:cs typeface="+mj-lt"/>
              </a:rPr>
              <a:t>Test client methods</a:t>
            </a:r>
            <a:endParaRPr lang="zh-TW" dirty="0"/>
          </a:p>
        </p:txBody>
      </p:sp>
      <p:sp>
        <p:nvSpPr>
          <p:cNvPr id="5" name="內容版面配置區 4">
            <a:extLst>
              <a:ext uri="{FF2B5EF4-FFF2-40B4-BE49-F238E27FC236}">
                <a16:creationId xmlns:a16="http://schemas.microsoft.com/office/drawing/2014/main" id="{AA1E697B-AD4F-59B3-201B-605100759B50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335360" y="764704"/>
            <a:ext cx="11445227" cy="5616624"/>
          </a:xfrm>
        </p:spPr>
        <p:txBody>
          <a:bodyPr vert="horz" lIns="91440" tIns="45720" rIns="91440" bIns="45720" rtlCol="0" anchor="t">
            <a:normAutofit fontScale="92500" lnSpcReduction="20000"/>
          </a:bodyPr>
          <a:lstStyle/>
          <a:p>
            <a:pPr marL="421640" indent="-421640"/>
            <a:r>
              <a:rPr lang="zh-TW" altLang="en-US" sz="3400" b="0">
                <a:latin typeface="Arial"/>
                <a:ea typeface="微軟正黑體"/>
                <a:cs typeface="Arial"/>
              </a:rPr>
              <a:t>透過</a:t>
            </a:r>
            <a:r>
              <a:rPr lang="zh-TW" altLang="en-US" sz="3400">
                <a:latin typeface="Arial"/>
                <a:ea typeface="微軟正黑體"/>
                <a:cs typeface="Arial"/>
              </a:rPr>
              <a:t>test_client()</a:t>
            </a:r>
            <a:r>
              <a:rPr lang="zh-TW" altLang="en-US" sz="3400" b="0">
                <a:latin typeface="Arial"/>
                <a:ea typeface="微軟正黑體"/>
                <a:cs typeface="Arial"/>
              </a:rPr>
              <a:t>所建立的 client 有提供一些方法, 與一般的 HTTP 請求方法相似</a:t>
            </a:r>
            <a:endParaRPr lang="zh-TW" altLang="en-US" sz="3400">
              <a:latin typeface="Arial"/>
              <a:ea typeface="微軟正黑體"/>
              <a:cs typeface="Arial"/>
            </a:endParaRPr>
          </a:p>
          <a:p>
            <a:pPr marL="878840" lvl="1" indent="-433705"/>
            <a:r>
              <a:rPr lang="zh-TW" altLang="en-US" sz="2950" b="0">
                <a:latin typeface="Arial"/>
                <a:ea typeface="微軟正黑體"/>
                <a:cs typeface="Arial"/>
              </a:rPr>
              <a:t>例如 </a:t>
            </a:r>
            <a:r>
              <a:rPr lang="zh-TW" altLang="en-US" sz="2950">
                <a:latin typeface="Arial"/>
                <a:ea typeface="微軟正黑體"/>
                <a:cs typeface="Arial"/>
              </a:rPr>
              <a:t>client.get()</a:t>
            </a:r>
            <a:r>
              <a:rPr lang="zh-TW" altLang="en-US" sz="2950" b="0">
                <a:latin typeface="Arial"/>
                <a:ea typeface="微軟正黑體"/>
                <a:cs typeface="Arial"/>
              </a:rPr>
              <a:t> 和 </a:t>
            </a:r>
            <a:r>
              <a:rPr lang="zh-TW" altLang="en-US" sz="2950">
                <a:latin typeface="Arial"/>
                <a:ea typeface="微軟正黑體"/>
                <a:cs typeface="Arial"/>
              </a:rPr>
              <a:t>client.post()</a:t>
            </a:r>
            <a:r>
              <a:rPr lang="zh-TW" altLang="en-US" sz="2950" b="0">
                <a:latin typeface="Arial"/>
                <a:ea typeface="微軟正黑體"/>
                <a:cs typeface="Arial"/>
              </a:rPr>
              <a:t> 。 </a:t>
            </a:r>
            <a:endParaRPr lang="zh-TW" altLang="en-US" sz="2950">
              <a:latin typeface="Arial"/>
              <a:ea typeface="微軟正黑體"/>
              <a:cs typeface="Arial"/>
            </a:endParaRPr>
          </a:p>
          <a:p>
            <a:pPr marL="1219200" lvl="2" indent="-339725">
              <a:buClr>
                <a:srgbClr val="F0591B"/>
              </a:buClr>
              <a:buFont typeface="Wingdings" pitchFamily="34" charset="0"/>
              <a:buChar char="§"/>
            </a:pPr>
            <a:r>
              <a:rPr lang="zh-TW" altLang="en-US" sz="2450" b="0">
                <a:latin typeface="Arial"/>
                <a:ea typeface="微軟正黑體"/>
                <a:cs typeface="Arial"/>
              </a:rPr>
              <a:t>它們需要許多參數來建立請求；</a:t>
            </a:r>
            <a:r>
              <a:rPr lang="zh-TW" altLang="en-US" sz="2450">
                <a:latin typeface="Arial"/>
                <a:ea typeface="微軟正黑體"/>
                <a:cs typeface="Arial"/>
              </a:rPr>
              <a:t>常見的參數有</a:t>
            </a:r>
            <a:r>
              <a:rPr lang="zh-TW" altLang="en-US" sz="2450" b="0">
                <a:latin typeface="Arial"/>
                <a:ea typeface="微軟正黑體"/>
                <a:cs typeface="Arial"/>
              </a:rPr>
              <a:t> </a:t>
            </a:r>
            <a:r>
              <a:rPr lang="zh-TW" altLang="en-US" sz="2450" b="1">
                <a:latin typeface="Arial"/>
                <a:ea typeface="微軟正黑體"/>
                <a:cs typeface="Arial"/>
              </a:rPr>
              <a:t>path</a:t>
            </a:r>
            <a:r>
              <a:rPr lang="zh-TW" altLang="en-US" sz="2450" b="0">
                <a:latin typeface="Arial"/>
                <a:ea typeface="微軟正黑體"/>
                <a:cs typeface="Arial"/>
              </a:rPr>
              <a:t>、</a:t>
            </a:r>
            <a:r>
              <a:rPr lang="zh-TW" altLang="en-US" sz="2450" b="1">
                <a:latin typeface="Arial"/>
                <a:ea typeface="微軟正黑體"/>
                <a:cs typeface="Arial"/>
              </a:rPr>
              <a:t>query_string</a:t>
            </a:r>
            <a:r>
              <a:rPr lang="zh-TW" altLang="en-US" sz="2450" b="0">
                <a:latin typeface="Arial"/>
                <a:ea typeface="微軟正黑體"/>
                <a:cs typeface="Arial"/>
              </a:rPr>
              <a:t>、</a:t>
            </a:r>
            <a:r>
              <a:rPr lang="zh-TW" altLang="en-US" sz="2450" b="1">
                <a:latin typeface="Arial"/>
                <a:ea typeface="微軟正黑體"/>
                <a:cs typeface="Arial"/>
              </a:rPr>
              <a:t>headers</a:t>
            </a:r>
            <a:r>
              <a:rPr lang="zh-TW" sz="2500">
                <a:latin typeface="Arial"/>
                <a:ea typeface="微軟正黑體"/>
                <a:cs typeface="Arial"/>
              </a:rPr>
              <a:t>、</a:t>
            </a:r>
            <a:r>
              <a:rPr lang="zh-TW" altLang="en-US" sz="2450" b="1">
                <a:latin typeface="Arial"/>
                <a:ea typeface="微軟正黑體"/>
                <a:cs typeface="Arial"/>
              </a:rPr>
              <a:t>data</a:t>
            </a:r>
            <a:r>
              <a:rPr lang="zh-TW" sz="2500">
                <a:latin typeface="Arial"/>
                <a:ea typeface="微軟正黑體"/>
                <a:cs typeface="Arial"/>
              </a:rPr>
              <a:t>、</a:t>
            </a:r>
            <a:r>
              <a:rPr lang="zh-TW" altLang="en-US" sz="2450" b="1">
                <a:latin typeface="Arial"/>
                <a:ea typeface="微軟正黑體"/>
                <a:cs typeface="Arial"/>
              </a:rPr>
              <a:t>json</a:t>
            </a:r>
            <a:r>
              <a:rPr lang="zh-TW" altLang="en-US" sz="2450" b="0">
                <a:latin typeface="Arial"/>
                <a:ea typeface="微軟正黑體"/>
                <a:cs typeface="Arial"/>
              </a:rPr>
              <a:t>。 </a:t>
            </a:r>
            <a:endParaRPr lang="zh-TW" altLang="en-US" sz="2450" b="1">
              <a:latin typeface="Arial"/>
              <a:ea typeface="微軟正黑體"/>
              <a:cs typeface="Arial"/>
            </a:endParaRPr>
          </a:p>
          <a:p>
            <a:pPr marL="1546860" lvl="3" indent="-327660">
              <a:buClr>
                <a:srgbClr val="FFC000"/>
              </a:buClr>
              <a:buFont typeface="Arial" pitchFamily="34" charset="0"/>
              <a:buChar char="•"/>
            </a:pPr>
            <a:r>
              <a:rPr lang="zh-TW" altLang="en-US" sz="2200">
                <a:latin typeface="Arial"/>
                <a:ea typeface="微軟正黑體"/>
                <a:cs typeface="Arial"/>
              </a:rPr>
              <a:t>Ref : </a:t>
            </a:r>
            <a:r>
              <a:rPr lang="zh-TW" sz="2200" dirty="0">
                <a:latin typeface="Arial"/>
                <a:ea typeface="微軟正黑體"/>
                <a:cs typeface="Arial"/>
                <a:hlinkClick r:id="rId3"/>
              </a:rPr>
              <a:t>https://werkzeug.palletsprojects.com/en/stable/test/#werkzeug.test.EnvironBuilder</a:t>
            </a:r>
            <a:r>
              <a:rPr lang="zh-TW" sz="2200" dirty="0">
                <a:latin typeface="Arial"/>
                <a:ea typeface="微軟正黑體"/>
                <a:cs typeface="Arial"/>
              </a:rPr>
              <a:t> </a:t>
            </a:r>
          </a:p>
          <a:p>
            <a:pPr marL="421640" indent="-421640">
              <a:buClr>
                <a:srgbClr val="E1CB1A"/>
              </a:buClr>
            </a:pPr>
            <a:r>
              <a:rPr lang="zh-TW" altLang="en-US" sz="3400" b="0">
                <a:latin typeface="Arial"/>
                <a:ea typeface="微軟正黑體"/>
                <a:cs typeface="Arial"/>
              </a:rPr>
              <a:t>已建立的 </a:t>
            </a:r>
            <a:r>
              <a:rPr lang="en-US" altLang="en-US" sz="3400" b="0" dirty="0">
                <a:latin typeface="Arial"/>
                <a:ea typeface="微軟正黑體"/>
                <a:cs typeface="Arial"/>
              </a:rPr>
              <a:t>c</a:t>
            </a:r>
            <a:r>
              <a:rPr lang="zh-TW" altLang="en-US" sz="3400" b="0">
                <a:latin typeface="Arial"/>
                <a:ea typeface="微軟正黑體"/>
                <a:cs typeface="Arial"/>
              </a:rPr>
              <a:t>l</a:t>
            </a:r>
            <a:r>
              <a:rPr lang="en-US" altLang="en-US" sz="3400" b="0" dirty="0" err="1">
                <a:latin typeface="Arial"/>
                <a:ea typeface="微軟正黑體"/>
                <a:cs typeface="Arial"/>
              </a:rPr>
              <a:t>ient</a:t>
            </a:r>
            <a:r>
              <a:rPr lang="zh-TW" altLang="en-US" sz="3400" b="0">
                <a:latin typeface="Arial"/>
                <a:ea typeface="微軟正黑體"/>
                <a:cs typeface="Arial"/>
              </a:rPr>
              <a:t> 的回應物件類型是 </a:t>
            </a:r>
            <a:r>
              <a:rPr lang="zh-TW" altLang="en-US" sz="3400">
                <a:latin typeface="Arial"/>
                <a:ea typeface="微軟正黑體"/>
                <a:cs typeface="Arial"/>
              </a:rPr>
              <a:t>TestResponse</a:t>
            </a:r>
            <a:r>
              <a:rPr lang="zh-TW" altLang="en-US" sz="3400" b="0">
                <a:latin typeface="Arial"/>
                <a:ea typeface="微軟正黑體"/>
                <a:cs typeface="Arial"/>
              </a:rPr>
              <a:t> 。</a:t>
            </a:r>
            <a:endParaRPr lang="zh-TW" altLang="en-US" sz="3400">
              <a:latin typeface="Arial"/>
              <a:ea typeface="微軟正黑體"/>
              <a:cs typeface="Arial"/>
            </a:endParaRPr>
          </a:p>
          <a:p>
            <a:pPr marL="878840" lvl="1" indent="-433705"/>
            <a:r>
              <a:rPr lang="zh-TW" altLang="en-US" sz="2950" b="0">
                <a:latin typeface="Arial"/>
                <a:ea typeface="微軟正黑體"/>
                <a:cs typeface="Arial"/>
              </a:rPr>
              <a:t>常用的屬性: </a:t>
            </a:r>
            <a:r>
              <a:rPr lang="zh-TW" altLang="en-US" sz="2950">
                <a:latin typeface="Arial"/>
                <a:ea typeface="微軟正黑體"/>
                <a:cs typeface="Arial"/>
              </a:rPr>
              <a:t>response.status_code</a:t>
            </a:r>
            <a:r>
              <a:rPr lang="zh-TW" altLang="en-US" sz="2950" b="0">
                <a:latin typeface="Arial"/>
                <a:ea typeface="微軟正黑體"/>
                <a:cs typeface="Arial"/>
              </a:rPr>
              <a:t>、</a:t>
            </a:r>
            <a:r>
              <a:rPr lang="zh-TW" altLang="en-US" sz="2950">
                <a:latin typeface="Arial"/>
                <a:ea typeface="微軟正黑體"/>
                <a:cs typeface="Arial"/>
              </a:rPr>
              <a:t>response.data</a:t>
            </a:r>
            <a:r>
              <a:rPr lang="zh-TW" altLang="en-US" sz="2950" b="0">
                <a:latin typeface="Arial"/>
                <a:ea typeface="微軟正黑體"/>
                <a:cs typeface="Arial"/>
              </a:rPr>
              <a:t>、</a:t>
            </a:r>
            <a:r>
              <a:rPr lang="zh-TW" altLang="en-US" sz="2950">
                <a:latin typeface="Arial"/>
                <a:ea typeface="微軟正黑體"/>
                <a:cs typeface="Arial"/>
              </a:rPr>
              <a:t>respon</a:t>
            </a:r>
            <a:r>
              <a:rPr lang="en-US" altLang="en-US" sz="2950" dirty="0">
                <a:latin typeface="Arial"/>
                <a:ea typeface="微軟正黑體"/>
                <a:cs typeface="Arial"/>
              </a:rPr>
              <a:t>se.js</a:t>
            </a:r>
            <a:r>
              <a:rPr lang="zh-TW" altLang="en-US" sz="2950">
                <a:latin typeface="Arial"/>
                <a:ea typeface="微軟正黑體"/>
                <a:cs typeface="Arial"/>
              </a:rPr>
              <a:t>on</a:t>
            </a:r>
          </a:p>
          <a:p>
            <a:pPr marL="1219200" lvl="2" indent="-339725">
              <a:buClr>
                <a:srgbClr val="F0591B"/>
              </a:buClr>
              <a:buFont typeface="Wingdings" pitchFamily="34" charset="0"/>
              <a:buChar char="§"/>
            </a:pPr>
            <a:r>
              <a:rPr lang="zh-TW" altLang="en-US" sz="2450">
                <a:latin typeface="Arial"/>
                <a:ea typeface="微軟正黑體"/>
                <a:cs typeface="Arial"/>
              </a:rPr>
              <a:t>Ref: </a:t>
            </a:r>
            <a:r>
              <a:rPr lang="zh-TW" sz="2450" dirty="0">
                <a:latin typeface="Arial"/>
                <a:ea typeface="微軟正黑體"/>
                <a:cs typeface="Arial"/>
                <a:hlinkClick r:id="rId4"/>
              </a:rPr>
              <a:t>https://werkzeug.palletsprojects.com/en/stable/test/#werkzeug.test.TestResponse</a:t>
            </a:r>
            <a:r>
              <a:rPr lang="zh-TW" sz="2450" dirty="0">
                <a:latin typeface="Arial"/>
                <a:ea typeface="微軟正黑體"/>
                <a:cs typeface="Arial"/>
              </a:rPr>
              <a:t> </a:t>
            </a:r>
          </a:p>
          <a:p>
            <a:pPr marL="421640" indent="-421640">
              <a:lnSpc>
                <a:spcPct val="90000"/>
              </a:lnSpc>
              <a:buClr>
                <a:srgbClr val="E1CB1A"/>
              </a:buClr>
            </a:pPr>
            <a:endParaRPr lang="zh-TW" altLang="en-US" sz="3400" b="0" dirty="0">
              <a:ea typeface="微軟正黑體"/>
              <a:cs typeface="Arial"/>
            </a:endParaRPr>
          </a:p>
          <a:p>
            <a:pPr marL="421640" indent="-421640">
              <a:buClr>
                <a:srgbClr val="E1CB1A"/>
              </a:buClr>
            </a:pPr>
            <a:endParaRPr lang="zh-TW" altLang="en-US" sz="3400" b="0" dirty="0">
              <a:latin typeface="Arial"/>
            </a:endParaRPr>
          </a:p>
          <a:p>
            <a:pPr marL="878840" lvl="1" indent="-433705">
              <a:buClr>
                <a:srgbClr val="42BBC6"/>
              </a:buClr>
            </a:pPr>
            <a:endParaRPr lang="zh-TW" altLang="en-US" sz="2950" b="0" dirty="0">
              <a:latin typeface="Arial"/>
            </a:endParaRPr>
          </a:p>
          <a:p>
            <a:pPr marL="0" indent="0">
              <a:buNone/>
            </a:pPr>
            <a:endParaRPr lang="zh-TW" altLang="en-US" sz="3400" b="0" dirty="0">
              <a:latin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1475140469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DCFB857-D70D-1404-C864-739833FD173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F052329-4071-AE7C-3697-891AC6B0E1C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>
                <a:ea typeface="+mj-lt"/>
                <a:cs typeface="+mj-lt"/>
              </a:rPr>
              <a:t>session_transaction</a:t>
            </a:r>
            <a:r>
              <a:rPr lang="en-US" dirty="0">
                <a:ea typeface="+mj-lt"/>
                <a:cs typeface="+mj-lt"/>
              </a:rPr>
              <a:t>()</a:t>
            </a:r>
            <a:endParaRPr lang="en-US" altLang="zh-TW" dirty="0" err="1"/>
          </a:p>
        </p:txBody>
      </p:sp>
      <p:sp>
        <p:nvSpPr>
          <p:cNvPr id="5" name="內容版面配置區 4">
            <a:extLst>
              <a:ext uri="{FF2B5EF4-FFF2-40B4-BE49-F238E27FC236}">
                <a16:creationId xmlns:a16="http://schemas.microsoft.com/office/drawing/2014/main" id="{73B94865-3B90-0BF7-4ED7-887E82AFB610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335360" y="764704"/>
            <a:ext cx="11445227" cy="5616624"/>
          </a:xfrm>
        </p:spPr>
        <p:txBody>
          <a:bodyPr vert="horz" lIns="91440" tIns="45720" rIns="91440" bIns="45720" rtlCol="0" anchor="t">
            <a:normAutofit/>
          </a:bodyPr>
          <a:lstStyle/>
          <a:p>
            <a:pPr marL="421640" indent="-421640">
              <a:lnSpc>
                <a:spcPct val="90000"/>
              </a:lnSpc>
            </a:pPr>
            <a:r>
              <a:rPr lang="zh-TW" altLang="en-US" sz="3400" b="0">
                <a:latin typeface="Arial"/>
                <a:ea typeface="微軟正黑體"/>
                <a:cs typeface="Arial"/>
              </a:rPr>
              <a:t>如果在進行測試請求的時候需要先設定 session 中的值才能開始測試的話, 可以使用</a:t>
            </a:r>
            <a:r>
              <a:rPr lang="zh-TW" altLang="en-US" sz="3400">
                <a:latin typeface="Arial"/>
                <a:ea typeface="微軟正黑體"/>
                <a:cs typeface="Arial"/>
              </a:rPr>
              <a:t>client</a:t>
            </a:r>
            <a:r>
              <a:rPr lang="en-US" altLang="zh-TW" sz="3400" dirty="0">
                <a:latin typeface="Arial"/>
                <a:ea typeface="微軟正黑體"/>
                <a:cs typeface="Arial"/>
              </a:rPr>
              <a:t>.</a:t>
            </a:r>
            <a:r>
              <a:rPr lang="en-US" altLang="en-US" sz="3400" dirty="0">
                <a:latin typeface="Arial"/>
                <a:ea typeface="微軟正黑體"/>
                <a:cs typeface="Arial"/>
              </a:rPr>
              <a:t>s</a:t>
            </a:r>
            <a:r>
              <a:rPr lang="zh-TW" altLang="en-US" sz="3400">
                <a:latin typeface="Arial"/>
                <a:ea typeface="微軟正黑體"/>
                <a:cs typeface="Arial"/>
              </a:rPr>
              <a:t>ession_transacti</a:t>
            </a:r>
            <a:r>
              <a:rPr lang="en-US" altLang="en-US" sz="3400" dirty="0">
                <a:latin typeface="Arial"/>
                <a:ea typeface="微軟正黑體"/>
                <a:cs typeface="Arial"/>
              </a:rPr>
              <a:t>on()</a:t>
            </a:r>
            <a:r>
              <a:rPr lang="zh-TW" altLang="en-US" sz="3400">
                <a:latin typeface="Arial"/>
                <a:ea typeface="微軟正黑體"/>
                <a:cs typeface="Arial"/>
              </a:rPr>
              <a:t> </a:t>
            </a:r>
            <a:r>
              <a:rPr lang="zh-TW" altLang="en-US" sz="3400" b="0">
                <a:latin typeface="Arial"/>
                <a:ea typeface="微軟正黑體"/>
                <a:cs typeface="Arial"/>
              </a:rPr>
              <a:t>來設定或存取</a:t>
            </a:r>
          </a:p>
          <a:p>
            <a:pPr marL="878840" lvl="1" indent="-433705">
              <a:buClr>
                <a:srgbClr val="42BBC6"/>
              </a:buClr>
            </a:pPr>
            <a:r>
              <a:rPr lang="en-US" altLang="zh-TW" sz="3400" dirty="0" err="1">
                <a:latin typeface="Arial"/>
                <a:ea typeface="微軟正黑體"/>
                <a:cs typeface="Arial"/>
              </a:rPr>
              <a:t>session_transaction</a:t>
            </a:r>
            <a:r>
              <a:rPr lang="en-US" altLang="zh-TW" sz="3400" dirty="0">
                <a:latin typeface="Arial"/>
                <a:ea typeface="微軟正黑體"/>
                <a:cs typeface="Arial"/>
              </a:rPr>
              <a:t>() </a:t>
            </a:r>
            <a:r>
              <a:rPr lang="en-US" altLang="zh-TW" sz="3400" b="0" dirty="0" err="1">
                <a:latin typeface="Arial"/>
                <a:ea typeface="微軟正黑體"/>
                <a:cs typeface="Arial"/>
              </a:rPr>
              <a:t>需要透過context</a:t>
            </a:r>
            <a:r>
              <a:rPr lang="en-US" altLang="zh-TW" sz="3400" b="0" dirty="0">
                <a:latin typeface="Arial"/>
                <a:ea typeface="微軟正黑體"/>
                <a:cs typeface="Arial"/>
              </a:rPr>
              <a:t> manager </a:t>
            </a:r>
            <a:r>
              <a:rPr lang="en-US" altLang="zh-TW" sz="3400" b="0" dirty="0" err="1">
                <a:latin typeface="Arial"/>
                <a:ea typeface="微軟正黑體"/>
                <a:cs typeface="Arial"/>
              </a:rPr>
              <a:t>來創立session</a:t>
            </a:r>
            <a:endParaRPr lang="en-US" altLang="zh-TW" sz="3400" b="0" dirty="0" err="1">
              <a:latin typeface="Arial"/>
            </a:endParaRPr>
          </a:p>
          <a:p>
            <a:pPr marL="878840" lvl="1" indent="-433705">
              <a:lnSpc>
                <a:spcPct val="90000"/>
              </a:lnSpc>
              <a:buClr>
                <a:srgbClr val="42BBC6"/>
              </a:buClr>
              <a:buFont typeface="Courier New" pitchFamily="34" charset="0"/>
              <a:buChar char="o"/>
            </a:pPr>
            <a:endParaRPr lang="zh-TW" altLang="en-US" sz="2950" b="0" dirty="0">
              <a:latin typeface="Arial"/>
            </a:endParaRPr>
          </a:p>
        </p:txBody>
      </p:sp>
      <p:pic>
        <p:nvPicPr>
          <p:cNvPr id="3" name="圖片 2" descr="一張含有 文字, 字型, 螢幕擷取畫面 的圖片&#10;&#10;AI 產生的內容可能不正確。">
            <a:extLst>
              <a:ext uri="{FF2B5EF4-FFF2-40B4-BE49-F238E27FC236}">
                <a16:creationId xmlns:a16="http://schemas.microsoft.com/office/drawing/2014/main" id="{00AEC8EA-0A12-1DA2-4EAF-946910DADC38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t="7563" r="126" b="840"/>
          <a:stretch>
            <a:fillRect/>
          </a:stretch>
        </p:blipFill>
        <p:spPr>
          <a:xfrm>
            <a:off x="1412819" y="3940230"/>
            <a:ext cx="10377984" cy="142210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84644658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FC57D3B-DB26-BB57-1502-38252747EBD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F9F2468-6A50-5F35-31BE-0451916E523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>
                <a:ea typeface="+mj-lt"/>
                <a:cs typeface="+mj-lt"/>
              </a:rPr>
              <a:t>pytest</a:t>
            </a:r>
            <a:r>
              <a:rPr lang="en-US" dirty="0">
                <a:ea typeface="+mj-lt"/>
                <a:cs typeface="+mj-lt"/>
              </a:rPr>
              <a:t> </a:t>
            </a:r>
            <a:r>
              <a:rPr lang="en-US" altLang="en-US" dirty="0">
                <a:ea typeface="+mj-lt"/>
                <a:cs typeface="+mj-lt"/>
              </a:rPr>
              <a:t>&amp; flask</a:t>
            </a:r>
            <a:endParaRPr lang="en-US" altLang="en-US" dirty="0"/>
          </a:p>
        </p:txBody>
      </p:sp>
      <p:sp>
        <p:nvSpPr>
          <p:cNvPr id="5" name="內容版面配置區 4">
            <a:extLst>
              <a:ext uri="{FF2B5EF4-FFF2-40B4-BE49-F238E27FC236}">
                <a16:creationId xmlns:a16="http://schemas.microsoft.com/office/drawing/2014/main" id="{D256E045-FBE2-85B6-954B-4C82D3814E9B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335360" y="764704"/>
            <a:ext cx="11445227" cy="5616624"/>
          </a:xfrm>
        </p:spPr>
        <p:txBody>
          <a:bodyPr vert="horz" lIns="91440" tIns="45720" rIns="91440" bIns="45720" rtlCol="0" anchor="t">
            <a:normAutofit/>
          </a:bodyPr>
          <a:lstStyle/>
          <a:p>
            <a:pPr marL="421640" indent="-421640">
              <a:lnSpc>
                <a:spcPct val="90000"/>
              </a:lnSpc>
            </a:pPr>
            <a:r>
              <a:rPr lang="zh-TW" altLang="en-US" sz="3400" b="0">
                <a:latin typeface="Arial"/>
                <a:ea typeface="微軟正黑體"/>
                <a:cs typeface="Arial"/>
              </a:rPr>
              <a:t>沿用之前章節的範例, 但是</a:t>
            </a:r>
            <a:endParaRPr lang="zh-TW" altLang="en-US" sz="3400" b="0" dirty="0">
              <a:latin typeface="Arial"/>
              <a:ea typeface="微軟正黑體"/>
              <a:cs typeface="Arial"/>
            </a:endParaRPr>
          </a:p>
          <a:p>
            <a:pPr marL="878840" lvl="1" indent="-433705">
              <a:buClr>
                <a:srgbClr val="42BBC6"/>
              </a:buClr>
            </a:pPr>
            <a:r>
              <a:rPr lang="zh-TW" altLang="en-US" sz="2700" b="0">
                <a:latin typeface="Arial"/>
                <a:ea typeface="微軟正黑體"/>
                <a:cs typeface="Arial"/>
              </a:rPr>
              <a:t>將Database相關資源設為None</a:t>
            </a:r>
            <a:endParaRPr lang="zh-TW" altLang="en-US" sz="2700" b="0" dirty="0">
              <a:latin typeface="Arial"/>
              <a:ea typeface="微軟正黑體"/>
              <a:cs typeface="Arial"/>
            </a:endParaRPr>
          </a:p>
          <a:p>
            <a:pPr marL="1219200" lvl="2" indent="-339725">
              <a:buClr>
                <a:srgbClr val="F0591B"/>
              </a:buClr>
              <a:buFont typeface="Wingdings" pitchFamily="34" charset="0"/>
              <a:buChar char="§"/>
            </a:pPr>
            <a:r>
              <a:rPr lang="zh-TW" altLang="en-US" sz="2200">
                <a:latin typeface="Arial"/>
                <a:ea typeface="微軟正黑體"/>
                <a:cs typeface="Arial"/>
              </a:rPr>
              <a:t>假設測試時, 連線不到Database</a:t>
            </a:r>
            <a:endParaRPr lang="zh-TW" altLang="en-US" sz="2200" b="0" dirty="0">
              <a:latin typeface="Arial"/>
              <a:ea typeface="微軟正黑體"/>
              <a:cs typeface="Arial"/>
            </a:endParaRPr>
          </a:p>
          <a:p>
            <a:pPr marL="878840" lvl="1" indent="-433705">
              <a:buClr>
                <a:srgbClr val="42BBC6"/>
              </a:buClr>
            </a:pPr>
            <a:r>
              <a:rPr lang="zh-TW" altLang="en-US" sz="2700" b="0">
                <a:latin typeface="Arial"/>
                <a:ea typeface="微軟正黑體"/>
                <a:cs typeface="Arial"/>
              </a:rPr>
              <a:t>簡化</a:t>
            </a:r>
            <a:r>
              <a:rPr lang="zh-TW" altLang="en-US" sz="2700">
                <a:latin typeface="Arial"/>
                <a:ea typeface="微軟正黑體"/>
                <a:cs typeface="Arial"/>
              </a:rPr>
              <a:t>data_list()</a:t>
            </a:r>
            <a:endParaRPr lang="zh-TW" altLang="en-US" sz="2700" b="0" dirty="0">
              <a:latin typeface="Arial"/>
              <a:ea typeface="微軟正黑體"/>
              <a:cs typeface="Arial"/>
            </a:endParaRPr>
          </a:p>
          <a:p>
            <a:pPr marL="878840" lvl="1" indent="-433705">
              <a:buClr>
                <a:srgbClr val="42BBC6"/>
              </a:buClr>
            </a:pPr>
            <a:r>
              <a:rPr lang="zh-TW" altLang="en-US" sz="2700" b="0">
                <a:latin typeface="Arial"/>
                <a:ea typeface="微軟正黑體"/>
                <a:cs typeface="Arial"/>
              </a:rPr>
              <a:t>將</a:t>
            </a:r>
            <a:r>
              <a:rPr lang="zh-TW" altLang="en-US" sz="2700">
                <a:latin typeface="Arial"/>
                <a:ea typeface="微軟正黑體"/>
                <a:cs typeface="Arial"/>
              </a:rPr>
              <a:t>data_edit() </a:t>
            </a:r>
            <a:r>
              <a:rPr lang="zh-TW" altLang="en-US" sz="2700" b="0">
                <a:latin typeface="Arial"/>
                <a:ea typeface="微軟正黑體"/>
                <a:cs typeface="Arial"/>
              </a:rPr>
              <a:t>的Exception設為</a:t>
            </a:r>
            <a:r>
              <a:rPr lang="zh-TW" altLang="en-US" sz="2700">
                <a:latin typeface="Arial"/>
                <a:ea typeface="微軟正黑體"/>
                <a:cs typeface="Arial"/>
              </a:rPr>
              <a:t>ValueError()</a:t>
            </a:r>
            <a:endParaRPr lang="zh-TW" altLang="en-US" sz="2700" b="0" dirty="0">
              <a:latin typeface="Arial"/>
            </a:endParaRPr>
          </a:p>
          <a:p>
            <a:pPr marL="878840" lvl="1" indent="-433705">
              <a:buClr>
                <a:srgbClr val="42BBC6"/>
              </a:buClr>
            </a:pPr>
            <a:endParaRPr lang="zh-TW" altLang="en-US" sz="2700" dirty="0">
              <a:latin typeface="Arial"/>
            </a:endParaRPr>
          </a:p>
          <a:p>
            <a:pPr marL="878840" lvl="1" indent="-433705">
              <a:lnSpc>
                <a:spcPct val="90000"/>
              </a:lnSpc>
              <a:buClr>
                <a:srgbClr val="42BBC6"/>
              </a:buClr>
              <a:buFont typeface="Courier New" pitchFamily="34" charset="0"/>
              <a:buChar char="o"/>
            </a:pPr>
            <a:endParaRPr lang="zh-TW" altLang="en-US" sz="2950" b="0" dirty="0">
              <a:latin typeface="Arial"/>
            </a:endParaRPr>
          </a:p>
          <a:p>
            <a:pPr marL="878840" lvl="1" indent="-433705">
              <a:lnSpc>
                <a:spcPct val="90000"/>
              </a:lnSpc>
              <a:buClr>
                <a:srgbClr val="42BBC6"/>
              </a:buClr>
              <a:buFont typeface="Courier New" pitchFamily="34" charset="0"/>
              <a:buChar char="o"/>
            </a:pPr>
            <a:endParaRPr lang="zh-TW" altLang="en-US" sz="2950" b="0" dirty="0">
              <a:latin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4216739735"/>
      </p:ext>
    </p:extLst>
  </p:cSld>
  <p:clrMapOvr>
    <a:masterClrMapping/>
  </p:clrMapOvr>
</p:sld>
</file>

<file path=ppt/theme/theme1.xml><?xml version="1.0" encoding="utf-8"?>
<a:theme xmlns:a="http://schemas.openxmlformats.org/drawingml/2006/main" name="2019簡報範本_light">
  <a:themeElements>
    <a:clrScheme name="2019iii">
      <a:dk1>
        <a:srgbClr val="717171"/>
      </a:dk1>
      <a:lt1>
        <a:srgbClr val="393939"/>
      </a:lt1>
      <a:dk2>
        <a:srgbClr val="DDDDDD"/>
      </a:dk2>
      <a:lt2>
        <a:srgbClr val="ABABAB"/>
      </a:lt2>
      <a:accent1>
        <a:srgbClr val="E1CB1A"/>
      </a:accent1>
      <a:accent2>
        <a:srgbClr val="42BBC6"/>
      </a:accent2>
      <a:accent3>
        <a:srgbClr val="F0591B"/>
      </a:accent3>
      <a:accent4>
        <a:srgbClr val="FFC000"/>
      </a:accent4>
      <a:accent5>
        <a:srgbClr val="8DCBDA"/>
      </a:accent5>
      <a:accent6>
        <a:srgbClr val="9ACF17"/>
      </a:accent6>
      <a:hlink>
        <a:srgbClr val="F0591B"/>
      </a:hlink>
      <a:folHlink>
        <a:srgbClr val="2A2A2A"/>
      </a:folHlink>
    </a:clrScheme>
    <a:fontScheme name="自訂 XYZ">
      <a:majorFont>
        <a:latin typeface="Arial"/>
        <a:ea typeface="微軟正黑體"/>
        <a:cs typeface=""/>
      </a:majorFont>
      <a:minorFont>
        <a:latin typeface="Arial"/>
        <a:ea typeface="微軟正黑體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ln/>
      </a:spPr>
      <a:bodyPr rtlCol="0" anchor="ctr"/>
      <a:lstStyle>
        <a:defPPr algn="ctr">
          <a:defRPr/>
        </a:defPPr>
      </a:lstStyle>
      <a:style>
        <a:lnRef idx="1">
          <a:schemeClr val="accent4"/>
        </a:lnRef>
        <a:fillRef idx="3">
          <a:schemeClr val="accent4"/>
        </a:fillRef>
        <a:effectRef idx="2">
          <a:schemeClr val="accent4"/>
        </a:effectRef>
        <a:fontRef idx="minor">
          <a:schemeClr val="lt1"/>
        </a:fontRef>
      </a:style>
    </a:spDef>
    <a:txDef>
      <a:spPr>
        <a:noFill/>
      </a:spPr>
      <a:bodyPr wrap="none" rtlCol="0">
        <a:spAutoFit/>
      </a:bodyPr>
      <a:lstStyle>
        <a:defPPr>
          <a:defRPr dirty="0" err="1" smtClean="0">
            <a:solidFill>
              <a:schemeClr val="tx1">
                <a:lumMod val="75000"/>
              </a:schemeClr>
            </a:solidFill>
          </a:defRPr>
        </a:defPPr>
      </a:lstStyle>
    </a:txDef>
  </a:objectDefaults>
  <a:extraClrSchemeLst/>
</a:theme>
</file>

<file path=ppt/theme/theme2.xml><?xml version="1.0" encoding="utf-8"?>
<a:theme xmlns:a="http://schemas.openxmlformats.org/drawingml/2006/main" name="Office 佈景主題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Arial">
      <a:majorFont>
        <a:latin typeface="Arial" panose="020B0604020202020204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ajorFont>
      <a:minorFont>
        <a:latin typeface="Arial" panose="020B0604020202020204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Office 佈景主題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2019簡報範本_light</Template>
  <Application>Microsoft Office PowerPoint</Application>
  <PresentationFormat>寬螢幕</PresentationFormat>
  <Slides>5</Slides>
  <Notes>5</Notes>
  <HiddenSlides>0</HiddenSlides>
  <ScaleCrop>false</ScaleCrop>
  <HeadingPairs>
    <vt:vector size="4" baseType="variant">
      <vt:variant>
        <vt:lpstr>佈景主題</vt:lpstr>
      </vt:variant>
      <vt:variant>
        <vt:i4>1</vt:i4>
      </vt:variant>
      <vt:variant>
        <vt:lpstr>投影片標題</vt:lpstr>
      </vt:variant>
      <vt:variant>
        <vt:i4>5</vt:i4>
      </vt:variant>
    </vt:vector>
  </HeadingPairs>
  <TitlesOfParts>
    <vt:vector size="6" baseType="lpstr">
      <vt:lpstr>2019簡報範本_light</vt:lpstr>
      <vt:lpstr>Testing Flask App</vt:lpstr>
      <vt:lpstr>test_client()</vt:lpstr>
      <vt:lpstr>Test client methods</vt:lpstr>
      <vt:lpstr>session_transaction()</vt:lpstr>
      <vt:lpstr>pytest &amp; flask</vt:lpstr>
    </vt:vector>
  </TitlesOfParts>
  <Company>Institute for Information Industry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教研所『課程產品化』開發與製作學員版教材-公版投影片</dc:title>
  <dc:subject>2019 template</dc:subject>
  <dc:creator>Steven Liu</dc:creator>
  <cp:revision>364</cp:revision>
  <cp:lastPrinted>2019-04-29T05:54:36Z</cp:lastPrinted>
  <dcterms:created xsi:type="dcterms:W3CDTF">2019-04-17T09:27:11Z</dcterms:created>
  <dcterms:modified xsi:type="dcterms:W3CDTF">2026-05-30T00:59:39Z</dcterms:modified>
  <cp:category>淺色</cp:category>
</cp:coreProperties>
</file>